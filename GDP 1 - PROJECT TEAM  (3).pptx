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66" r:id="rId3"/>
    <p:sldId id="267" r:id="rId4"/>
    <p:sldId id="260" r:id="rId5"/>
    <p:sldId id="261" r:id="rId6"/>
    <p:sldId id="262" r:id="rId7"/>
    <p:sldId id="264" r:id="rId8"/>
    <p:sldId id="265" r:id="rId9"/>
    <p:sldId id="258"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77C9B8-27BE-463E-9EE6-0D73275206A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81E57480-0290-4CE3-95EB-85000FBCFCB4}">
      <dgm:prSet/>
      <dgm:spPr/>
      <dgm:t>
        <a:bodyPr/>
        <a:lstStyle/>
        <a:p>
          <a:r>
            <a:rPr lang="en-US" b="0" i="0"/>
            <a:t>Karthik Noone</a:t>
          </a:r>
          <a:r>
            <a:rPr lang="en-US"/>
            <a:t> </a:t>
          </a:r>
        </a:p>
      </dgm:t>
    </dgm:pt>
    <dgm:pt modelId="{C6E3AD77-1D3E-4847-B236-B215EF0CE017}" type="parTrans" cxnId="{2428EE62-24E1-46FD-BDEE-5CD03EE0597F}">
      <dgm:prSet/>
      <dgm:spPr/>
      <dgm:t>
        <a:bodyPr/>
        <a:lstStyle/>
        <a:p>
          <a:endParaRPr lang="en-US"/>
        </a:p>
      </dgm:t>
    </dgm:pt>
    <dgm:pt modelId="{B4ADDDF3-6916-474A-8F46-B3ABD3E68665}" type="sibTrans" cxnId="{2428EE62-24E1-46FD-BDEE-5CD03EE0597F}">
      <dgm:prSet/>
      <dgm:spPr/>
      <dgm:t>
        <a:bodyPr/>
        <a:lstStyle/>
        <a:p>
          <a:endParaRPr lang="en-US"/>
        </a:p>
      </dgm:t>
    </dgm:pt>
    <dgm:pt modelId="{B540F263-A20E-4D6F-B0A9-CA5F8BDA9FD4}">
      <dgm:prSet/>
      <dgm:spPr/>
      <dgm:t>
        <a:bodyPr/>
        <a:lstStyle/>
        <a:p>
          <a:r>
            <a:rPr lang="en-US" b="0" i="0"/>
            <a:t>Naga Sateesh Reddy Dantla </a:t>
          </a:r>
          <a:endParaRPr lang="en-US"/>
        </a:p>
      </dgm:t>
    </dgm:pt>
    <dgm:pt modelId="{36899A4C-CAAC-431B-ACCF-36D32C5DD2B2}" type="parTrans" cxnId="{B26F9F40-CBCE-422A-A3DA-E6E3802A9BAF}">
      <dgm:prSet/>
      <dgm:spPr/>
      <dgm:t>
        <a:bodyPr/>
        <a:lstStyle/>
        <a:p>
          <a:endParaRPr lang="en-US"/>
        </a:p>
      </dgm:t>
    </dgm:pt>
    <dgm:pt modelId="{CEF9082C-8126-4CEF-A4FE-5F8398F6D693}" type="sibTrans" cxnId="{B26F9F40-CBCE-422A-A3DA-E6E3802A9BAF}">
      <dgm:prSet/>
      <dgm:spPr/>
      <dgm:t>
        <a:bodyPr/>
        <a:lstStyle/>
        <a:p>
          <a:endParaRPr lang="en-US"/>
        </a:p>
      </dgm:t>
    </dgm:pt>
    <dgm:pt modelId="{1950C4B4-7373-4B77-AA3E-6E86437441FC}">
      <dgm:prSet/>
      <dgm:spPr/>
      <dgm:t>
        <a:bodyPr/>
        <a:lstStyle/>
        <a:p>
          <a:r>
            <a:rPr lang="en-US" b="0" i="0"/>
            <a:t>Narayan Reddy Dodla </a:t>
          </a:r>
          <a:endParaRPr lang="en-US"/>
        </a:p>
      </dgm:t>
    </dgm:pt>
    <dgm:pt modelId="{7B7022FA-F3BE-4EEA-B6DE-C2489A43BB50}" type="parTrans" cxnId="{1F808CC9-22E3-410B-83EF-6EF3D332AAFE}">
      <dgm:prSet/>
      <dgm:spPr/>
      <dgm:t>
        <a:bodyPr/>
        <a:lstStyle/>
        <a:p>
          <a:endParaRPr lang="en-US"/>
        </a:p>
      </dgm:t>
    </dgm:pt>
    <dgm:pt modelId="{B2A1D71C-D4DF-4BE1-A29A-E47B48D75342}" type="sibTrans" cxnId="{1F808CC9-22E3-410B-83EF-6EF3D332AAFE}">
      <dgm:prSet/>
      <dgm:spPr/>
      <dgm:t>
        <a:bodyPr/>
        <a:lstStyle/>
        <a:p>
          <a:endParaRPr lang="en-US"/>
        </a:p>
      </dgm:t>
    </dgm:pt>
    <dgm:pt modelId="{1EF32263-B2A1-42DD-BA65-22CA3E0F0548}">
      <dgm:prSet/>
      <dgm:spPr/>
      <dgm:t>
        <a:bodyPr/>
        <a:lstStyle/>
        <a:p>
          <a:r>
            <a:rPr lang="en-US" b="0" i="0"/>
            <a:t>Niharica Myla</a:t>
          </a:r>
          <a:endParaRPr lang="en-US"/>
        </a:p>
      </dgm:t>
    </dgm:pt>
    <dgm:pt modelId="{04A458B3-41F6-48F3-AA54-B7411323BD91}" type="parTrans" cxnId="{6143C8CE-1675-43E0-90D3-F8945051EB10}">
      <dgm:prSet/>
      <dgm:spPr/>
      <dgm:t>
        <a:bodyPr/>
        <a:lstStyle/>
        <a:p>
          <a:endParaRPr lang="en-US"/>
        </a:p>
      </dgm:t>
    </dgm:pt>
    <dgm:pt modelId="{E759D4D1-1630-4EBF-99B9-95AF88F5821D}" type="sibTrans" cxnId="{6143C8CE-1675-43E0-90D3-F8945051EB10}">
      <dgm:prSet/>
      <dgm:spPr/>
      <dgm:t>
        <a:bodyPr/>
        <a:lstStyle/>
        <a:p>
          <a:endParaRPr lang="en-US"/>
        </a:p>
      </dgm:t>
    </dgm:pt>
    <dgm:pt modelId="{1CF8E027-704A-4E8A-9561-A7D22BAC75BE}">
      <dgm:prSet/>
      <dgm:spPr/>
      <dgm:t>
        <a:bodyPr/>
        <a:lstStyle/>
        <a:p>
          <a:r>
            <a:rPr lang="en-US" b="0" i="0"/>
            <a:t>Ravichandrika Annadanam </a:t>
          </a:r>
          <a:endParaRPr lang="en-US"/>
        </a:p>
      </dgm:t>
    </dgm:pt>
    <dgm:pt modelId="{6E47DCC3-AB86-405C-8C91-4FB9066D4CD3}" type="parTrans" cxnId="{8993B8AE-198E-446D-A08A-E63121161B36}">
      <dgm:prSet/>
      <dgm:spPr/>
      <dgm:t>
        <a:bodyPr/>
        <a:lstStyle/>
        <a:p>
          <a:endParaRPr lang="en-US"/>
        </a:p>
      </dgm:t>
    </dgm:pt>
    <dgm:pt modelId="{0B3F31E5-5B9E-4AF4-83EE-91AA618FA17B}" type="sibTrans" cxnId="{8993B8AE-198E-446D-A08A-E63121161B36}">
      <dgm:prSet/>
      <dgm:spPr/>
      <dgm:t>
        <a:bodyPr/>
        <a:lstStyle/>
        <a:p>
          <a:endParaRPr lang="en-US"/>
        </a:p>
      </dgm:t>
    </dgm:pt>
    <dgm:pt modelId="{6D852D2D-E5AC-484C-9FA7-F8182021F6C3}">
      <dgm:prSet/>
      <dgm:spPr/>
      <dgm:t>
        <a:bodyPr/>
        <a:lstStyle/>
        <a:p>
          <a:r>
            <a:rPr lang="en-US" b="0" i="0"/>
            <a:t>Ruthvik Bhairav Yalavarthi </a:t>
          </a:r>
          <a:endParaRPr lang="en-US"/>
        </a:p>
      </dgm:t>
    </dgm:pt>
    <dgm:pt modelId="{A8011261-6FDE-4432-8B00-E465DE6D69E6}" type="parTrans" cxnId="{35C9B342-A03F-401C-B1BB-62B9A04268E0}">
      <dgm:prSet/>
      <dgm:spPr/>
      <dgm:t>
        <a:bodyPr/>
        <a:lstStyle/>
        <a:p>
          <a:endParaRPr lang="en-US"/>
        </a:p>
      </dgm:t>
    </dgm:pt>
    <dgm:pt modelId="{D6546BCB-C085-45F7-B871-80B85CB2EC8F}" type="sibTrans" cxnId="{35C9B342-A03F-401C-B1BB-62B9A04268E0}">
      <dgm:prSet/>
      <dgm:spPr/>
      <dgm:t>
        <a:bodyPr/>
        <a:lstStyle/>
        <a:p>
          <a:endParaRPr lang="en-US"/>
        </a:p>
      </dgm:t>
    </dgm:pt>
    <dgm:pt modelId="{746F8A05-48DE-42C2-91F3-F97DDF561072}">
      <dgm:prSet/>
      <dgm:spPr/>
      <dgm:t>
        <a:bodyPr/>
        <a:lstStyle/>
        <a:p>
          <a:r>
            <a:rPr lang="en-US" b="0" i="0"/>
            <a:t>Sai Chandhar Reddy Thodati </a:t>
          </a:r>
          <a:endParaRPr lang="en-US"/>
        </a:p>
      </dgm:t>
    </dgm:pt>
    <dgm:pt modelId="{A81CCE2C-19FA-4030-8AA5-8AA3203EED91}" type="parTrans" cxnId="{BA3A6DD4-2AA7-41F6-BD07-FBD92EA917F0}">
      <dgm:prSet/>
      <dgm:spPr/>
      <dgm:t>
        <a:bodyPr/>
        <a:lstStyle/>
        <a:p>
          <a:endParaRPr lang="en-US"/>
        </a:p>
      </dgm:t>
    </dgm:pt>
    <dgm:pt modelId="{3379EA9A-562A-4EC0-A877-55E28CD6002C}" type="sibTrans" cxnId="{BA3A6DD4-2AA7-41F6-BD07-FBD92EA917F0}">
      <dgm:prSet/>
      <dgm:spPr/>
      <dgm:t>
        <a:bodyPr/>
        <a:lstStyle/>
        <a:p>
          <a:endParaRPr lang="en-US"/>
        </a:p>
      </dgm:t>
    </dgm:pt>
    <dgm:pt modelId="{EDE906A5-32A9-4C51-BE42-5F3A59F65BD0}">
      <dgm:prSet/>
      <dgm:spPr/>
      <dgm:t>
        <a:bodyPr/>
        <a:lstStyle/>
        <a:p>
          <a:r>
            <a:rPr lang="en-US" b="0" i="0"/>
            <a:t>Satheesh Eppalapelli </a:t>
          </a:r>
          <a:endParaRPr lang="en-US"/>
        </a:p>
      </dgm:t>
    </dgm:pt>
    <dgm:pt modelId="{283D870D-F464-4820-9E78-73F7871A327C}" type="parTrans" cxnId="{65A992A9-B956-493C-AAF0-1B52D6A916F6}">
      <dgm:prSet/>
      <dgm:spPr/>
      <dgm:t>
        <a:bodyPr/>
        <a:lstStyle/>
        <a:p>
          <a:endParaRPr lang="en-US"/>
        </a:p>
      </dgm:t>
    </dgm:pt>
    <dgm:pt modelId="{5BAF941C-2CF5-4CC8-B74B-53DCA7314857}" type="sibTrans" cxnId="{65A992A9-B956-493C-AAF0-1B52D6A916F6}">
      <dgm:prSet/>
      <dgm:spPr/>
      <dgm:t>
        <a:bodyPr/>
        <a:lstStyle/>
        <a:p>
          <a:endParaRPr lang="en-US"/>
        </a:p>
      </dgm:t>
    </dgm:pt>
    <dgm:pt modelId="{E37E3DB5-6DE6-4A45-8193-F30DCC71C8A1}">
      <dgm:prSet/>
      <dgm:spPr/>
      <dgm:t>
        <a:bodyPr/>
        <a:lstStyle/>
        <a:p>
          <a:r>
            <a:rPr lang="en-US" b="0" i="0"/>
            <a:t>Sidhartha Annamaneni </a:t>
          </a:r>
          <a:endParaRPr lang="en-US"/>
        </a:p>
      </dgm:t>
    </dgm:pt>
    <dgm:pt modelId="{D6E1439B-B464-4879-87E0-18FF6DB26639}" type="parTrans" cxnId="{C3D88164-2252-4C37-9169-6C4DD9A75496}">
      <dgm:prSet/>
      <dgm:spPr/>
      <dgm:t>
        <a:bodyPr/>
        <a:lstStyle/>
        <a:p>
          <a:endParaRPr lang="en-US"/>
        </a:p>
      </dgm:t>
    </dgm:pt>
    <dgm:pt modelId="{C4BFC804-E49D-4F21-990F-AC4ADC93F603}" type="sibTrans" cxnId="{C3D88164-2252-4C37-9169-6C4DD9A75496}">
      <dgm:prSet/>
      <dgm:spPr/>
      <dgm:t>
        <a:bodyPr/>
        <a:lstStyle/>
        <a:p>
          <a:endParaRPr lang="en-US"/>
        </a:p>
      </dgm:t>
    </dgm:pt>
    <dgm:pt modelId="{DF8FDEFA-B549-44D3-B3CB-D41CECF518DE}">
      <dgm:prSet/>
      <dgm:spPr/>
      <dgm:t>
        <a:bodyPr/>
        <a:lstStyle/>
        <a:p>
          <a:r>
            <a:rPr lang="en-US" b="0" i="0"/>
            <a:t>Vijay Kumar Chunchu </a:t>
          </a:r>
          <a:endParaRPr lang="en-US"/>
        </a:p>
      </dgm:t>
    </dgm:pt>
    <dgm:pt modelId="{9F2C8C9B-6FAB-45AB-966D-E91BF1EE2B4C}" type="parTrans" cxnId="{CA8DD922-0D10-40F5-B60D-64A2DE694DB0}">
      <dgm:prSet/>
      <dgm:spPr/>
      <dgm:t>
        <a:bodyPr/>
        <a:lstStyle/>
        <a:p>
          <a:endParaRPr lang="en-US"/>
        </a:p>
      </dgm:t>
    </dgm:pt>
    <dgm:pt modelId="{5AC04BD1-80C0-4246-BCCA-CF210130DBEE}" type="sibTrans" cxnId="{CA8DD922-0D10-40F5-B60D-64A2DE694DB0}">
      <dgm:prSet/>
      <dgm:spPr/>
      <dgm:t>
        <a:bodyPr/>
        <a:lstStyle/>
        <a:p>
          <a:endParaRPr lang="en-US"/>
        </a:p>
      </dgm:t>
    </dgm:pt>
    <dgm:pt modelId="{AC4A5A74-2971-4E19-AF09-4731C133CA3B}" type="pres">
      <dgm:prSet presAssocID="{8A77C9B8-27BE-463E-9EE6-0D73275206A7}" presName="linear" presStyleCnt="0">
        <dgm:presLayoutVars>
          <dgm:animLvl val="lvl"/>
          <dgm:resizeHandles val="exact"/>
        </dgm:presLayoutVars>
      </dgm:prSet>
      <dgm:spPr/>
    </dgm:pt>
    <dgm:pt modelId="{CFF358D2-507C-494E-B28B-C8DE9B0C6398}" type="pres">
      <dgm:prSet presAssocID="{81E57480-0290-4CE3-95EB-85000FBCFCB4}" presName="parentText" presStyleLbl="node1" presStyleIdx="0" presStyleCnt="10">
        <dgm:presLayoutVars>
          <dgm:chMax val="0"/>
          <dgm:bulletEnabled val="1"/>
        </dgm:presLayoutVars>
      </dgm:prSet>
      <dgm:spPr/>
    </dgm:pt>
    <dgm:pt modelId="{79F345A4-196A-47FC-AD08-4FFE018034A1}" type="pres">
      <dgm:prSet presAssocID="{B4ADDDF3-6916-474A-8F46-B3ABD3E68665}" presName="spacer" presStyleCnt="0"/>
      <dgm:spPr/>
    </dgm:pt>
    <dgm:pt modelId="{8C29D7C7-650A-4B01-914D-F266FC3A9CA9}" type="pres">
      <dgm:prSet presAssocID="{B540F263-A20E-4D6F-B0A9-CA5F8BDA9FD4}" presName="parentText" presStyleLbl="node1" presStyleIdx="1" presStyleCnt="10">
        <dgm:presLayoutVars>
          <dgm:chMax val="0"/>
          <dgm:bulletEnabled val="1"/>
        </dgm:presLayoutVars>
      </dgm:prSet>
      <dgm:spPr/>
    </dgm:pt>
    <dgm:pt modelId="{E0EA5799-ED70-4667-8FEC-46A26BC99E09}" type="pres">
      <dgm:prSet presAssocID="{CEF9082C-8126-4CEF-A4FE-5F8398F6D693}" presName="spacer" presStyleCnt="0"/>
      <dgm:spPr/>
    </dgm:pt>
    <dgm:pt modelId="{87613E08-7BCC-498D-85C9-FB809AA4313B}" type="pres">
      <dgm:prSet presAssocID="{1950C4B4-7373-4B77-AA3E-6E86437441FC}" presName="parentText" presStyleLbl="node1" presStyleIdx="2" presStyleCnt="10">
        <dgm:presLayoutVars>
          <dgm:chMax val="0"/>
          <dgm:bulletEnabled val="1"/>
        </dgm:presLayoutVars>
      </dgm:prSet>
      <dgm:spPr/>
    </dgm:pt>
    <dgm:pt modelId="{5B84157B-600B-4CEC-B61C-88BD62ADABCC}" type="pres">
      <dgm:prSet presAssocID="{B2A1D71C-D4DF-4BE1-A29A-E47B48D75342}" presName="spacer" presStyleCnt="0"/>
      <dgm:spPr/>
    </dgm:pt>
    <dgm:pt modelId="{9D16FC99-285C-418F-80FE-BA4DCA069E62}" type="pres">
      <dgm:prSet presAssocID="{1EF32263-B2A1-42DD-BA65-22CA3E0F0548}" presName="parentText" presStyleLbl="node1" presStyleIdx="3" presStyleCnt="10">
        <dgm:presLayoutVars>
          <dgm:chMax val="0"/>
          <dgm:bulletEnabled val="1"/>
        </dgm:presLayoutVars>
      </dgm:prSet>
      <dgm:spPr/>
    </dgm:pt>
    <dgm:pt modelId="{B746DBC6-4573-4DC7-A847-377D12B5BAC9}" type="pres">
      <dgm:prSet presAssocID="{E759D4D1-1630-4EBF-99B9-95AF88F5821D}" presName="spacer" presStyleCnt="0"/>
      <dgm:spPr/>
    </dgm:pt>
    <dgm:pt modelId="{EC199FDA-F5CD-4815-83FB-37282693EDA3}" type="pres">
      <dgm:prSet presAssocID="{1CF8E027-704A-4E8A-9561-A7D22BAC75BE}" presName="parentText" presStyleLbl="node1" presStyleIdx="4" presStyleCnt="10">
        <dgm:presLayoutVars>
          <dgm:chMax val="0"/>
          <dgm:bulletEnabled val="1"/>
        </dgm:presLayoutVars>
      </dgm:prSet>
      <dgm:spPr/>
    </dgm:pt>
    <dgm:pt modelId="{B9E45368-DA74-47C2-84E6-3833E6A87261}" type="pres">
      <dgm:prSet presAssocID="{0B3F31E5-5B9E-4AF4-83EE-91AA618FA17B}" presName="spacer" presStyleCnt="0"/>
      <dgm:spPr/>
    </dgm:pt>
    <dgm:pt modelId="{6D430A88-8540-4C2E-9249-5D104D4CAC6B}" type="pres">
      <dgm:prSet presAssocID="{6D852D2D-E5AC-484C-9FA7-F8182021F6C3}" presName="parentText" presStyleLbl="node1" presStyleIdx="5" presStyleCnt="10">
        <dgm:presLayoutVars>
          <dgm:chMax val="0"/>
          <dgm:bulletEnabled val="1"/>
        </dgm:presLayoutVars>
      </dgm:prSet>
      <dgm:spPr/>
    </dgm:pt>
    <dgm:pt modelId="{B85313E4-3801-474E-8FAB-B9810CC331FE}" type="pres">
      <dgm:prSet presAssocID="{D6546BCB-C085-45F7-B871-80B85CB2EC8F}" presName="spacer" presStyleCnt="0"/>
      <dgm:spPr/>
    </dgm:pt>
    <dgm:pt modelId="{B9C7F382-8C62-4B05-9B6F-02596452476A}" type="pres">
      <dgm:prSet presAssocID="{746F8A05-48DE-42C2-91F3-F97DDF561072}" presName="parentText" presStyleLbl="node1" presStyleIdx="6" presStyleCnt="10">
        <dgm:presLayoutVars>
          <dgm:chMax val="0"/>
          <dgm:bulletEnabled val="1"/>
        </dgm:presLayoutVars>
      </dgm:prSet>
      <dgm:spPr/>
    </dgm:pt>
    <dgm:pt modelId="{9600ECEA-0875-419D-919B-9F317BE08FDF}" type="pres">
      <dgm:prSet presAssocID="{3379EA9A-562A-4EC0-A877-55E28CD6002C}" presName="spacer" presStyleCnt="0"/>
      <dgm:spPr/>
    </dgm:pt>
    <dgm:pt modelId="{5EDA7471-E2A5-4BC7-99B5-7DF9AFF8B600}" type="pres">
      <dgm:prSet presAssocID="{EDE906A5-32A9-4C51-BE42-5F3A59F65BD0}" presName="parentText" presStyleLbl="node1" presStyleIdx="7" presStyleCnt="10">
        <dgm:presLayoutVars>
          <dgm:chMax val="0"/>
          <dgm:bulletEnabled val="1"/>
        </dgm:presLayoutVars>
      </dgm:prSet>
      <dgm:spPr/>
    </dgm:pt>
    <dgm:pt modelId="{354CB95B-6DD8-48C6-A539-4CC998D74B1F}" type="pres">
      <dgm:prSet presAssocID="{5BAF941C-2CF5-4CC8-B74B-53DCA7314857}" presName="spacer" presStyleCnt="0"/>
      <dgm:spPr/>
    </dgm:pt>
    <dgm:pt modelId="{115BA755-F6CC-4F1A-BCC7-F9D79BF68939}" type="pres">
      <dgm:prSet presAssocID="{E37E3DB5-6DE6-4A45-8193-F30DCC71C8A1}" presName="parentText" presStyleLbl="node1" presStyleIdx="8" presStyleCnt="10">
        <dgm:presLayoutVars>
          <dgm:chMax val="0"/>
          <dgm:bulletEnabled val="1"/>
        </dgm:presLayoutVars>
      </dgm:prSet>
      <dgm:spPr/>
    </dgm:pt>
    <dgm:pt modelId="{3E1318C7-C749-4942-ACB6-7F3A2231D3B7}" type="pres">
      <dgm:prSet presAssocID="{C4BFC804-E49D-4F21-990F-AC4ADC93F603}" presName="spacer" presStyleCnt="0"/>
      <dgm:spPr/>
    </dgm:pt>
    <dgm:pt modelId="{A7D64000-9568-4317-8606-E738067E6936}" type="pres">
      <dgm:prSet presAssocID="{DF8FDEFA-B549-44D3-B3CB-D41CECF518DE}" presName="parentText" presStyleLbl="node1" presStyleIdx="9" presStyleCnt="10">
        <dgm:presLayoutVars>
          <dgm:chMax val="0"/>
          <dgm:bulletEnabled val="1"/>
        </dgm:presLayoutVars>
      </dgm:prSet>
      <dgm:spPr/>
    </dgm:pt>
  </dgm:ptLst>
  <dgm:cxnLst>
    <dgm:cxn modelId="{39738E10-AD11-4905-98D4-7A6067E56B71}" type="presOf" srcId="{DF8FDEFA-B549-44D3-B3CB-D41CECF518DE}" destId="{A7D64000-9568-4317-8606-E738067E6936}" srcOrd="0" destOrd="0" presId="urn:microsoft.com/office/officeart/2005/8/layout/vList2"/>
    <dgm:cxn modelId="{8917C41B-14F1-4BF2-AEFF-4ECDFFA023D5}" type="presOf" srcId="{1950C4B4-7373-4B77-AA3E-6E86437441FC}" destId="{87613E08-7BCC-498D-85C9-FB809AA4313B}" srcOrd="0" destOrd="0" presId="urn:microsoft.com/office/officeart/2005/8/layout/vList2"/>
    <dgm:cxn modelId="{CA8DD922-0D10-40F5-B60D-64A2DE694DB0}" srcId="{8A77C9B8-27BE-463E-9EE6-0D73275206A7}" destId="{DF8FDEFA-B549-44D3-B3CB-D41CECF518DE}" srcOrd="9" destOrd="0" parTransId="{9F2C8C9B-6FAB-45AB-966D-E91BF1EE2B4C}" sibTransId="{5AC04BD1-80C0-4246-BCCA-CF210130DBEE}"/>
    <dgm:cxn modelId="{DAA10B3B-D018-4694-AA40-3AA3623B2B53}" type="presOf" srcId="{1CF8E027-704A-4E8A-9561-A7D22BAC75BE}" destId="{EC199FDA-F5CD-4815-83FB-37282693EDA3}" srcOrd="0" destOrd="0" presId="urn:microsoft.com/office/officeart/2005/8/layout/vList2"/>
    <dgm:cxn modelId="{B26F9F40-CBCE-422A-A3DA-E6E3802A9BAF}" srcId="{8A77C9B8-27BE-463E-9EE6-0D73275206A7}" destId="{B540F263-A20E-4D6F-B0A9-CA5F8BDA9FD4}" srcOrd="1" destOrd="0" parTransId="{36899A4C-CAAC-431B-ACCF-36D32C5DD2B2}" sibTransId="{CEF9082C-8126-4CEF-A4FE-5F8398F6D693}"/>
    <dgm:cxn modelId="{3314F75F-805F-40C5-83F4-391A02979B4F}" type="presOf" srcId="{81E57480-0290-4CE3-95EB-85000FBCFCB4}" destId="{CFF358D2-507C-494E-B28B-C8DE9B0C6398}" srcOrd="0" destOrd="0" presId="urn:microsoft.com/office/officeart/2005/8/layout/vList2"/>
    <dgm:cxn modelId="{35C9B342-A03F-401C-B1BB-62B9A04268E0}" srcId="{8A77C9B8-27BE-463E-9EE6-0D73275206A7}" destId="{6D852D2D-E5AC-484C-9FA7-F8182021F6C3}" srcOrd="5" destOrd="0" parTransId="{A8011261-6FDE-4432-8B00-E465DE6D69E6}" sibTransId="{D6546BCB-C085-45F7-B871-80B85CB2EC8F}"/>
    <dgm:cxn modelId="{2428EE62-24E1-46FD-BDEE-5CD03EE0597F}" srcId="{8A77C9B8-27BE-463E-9EE6-0D73275206A7}" destId="{81E57480-0290-4CE3-95EB-85000FBCFCB4}" srcOrd="0" destOrd="0" parTransId="{C6E3AD77-1D3E-4847-B236-B215EF0CE017}" sibTransId="{B4ADDDF3-6916-474A-8F46-B3ABD3E68665}"/>
    <dgm:cxn modelId="{C3D88164-2252-4C37-9169-6C4DD9A75496}" srcId="{8A77C9B8-27BE-463E-9EE6-0D73275206A7}" destId="{E37E3DB5-6DE6-4A45-8193-F30DCC71C8A1}" srcOrd="8" destOrd="0" parTransId="{D6E1439B-B464-4879-87E0-18FF6DB26639}" sibTransId="{C4BFC804-E49D-4F21-990F-AC4ADC93F603}"/>
    <dgm:cxn modelId="{E61B164B-2EE7-46A6-9678-2A43A0354316}" type="presOf" srcId="{8A77C9B8-27BE-463E-9EE6-0D73275206A7}" destId="{AC4A5A74-2971-4E19-AF09-4731C133CA3B}" srcOrd="0" destOrd="0" presId="urn:microsoft.com/office/officeart/2005/8/layout/vList2"/>
    <dgm:cxn modelId="{EA415573-C07C-4EFE-B151-16B5CC6F53C0}" type="presOf" srcId="{EDE906A5-32A9-4C51-BE42-5F3A59F65BD0}" destId="{5EDA7471-E2A5-4BC7-99B5-7DF9AFF8B600}" srcOrd="0" destOrd="0" presId="urn:microsoft.com/office/officeart/2005/8/layout/vList2"/>
    <dgm:cxn modelId="{4FDF4D54-FED7-4A52-B39C-C997CF6C4E45}" type="presOf" srcId="{E37E3DB5-6DE6-4A45-8193-F30DCC71C8A1}" destId="{115BA755-F6CC-4F1A-BCC7-F9D79BF68939}" srcOrd="0" destOrd="0" presId="urn:microsoft.com/office/officeart/2005/8/layout/vList2"/>
    <dgm:cxn modelId="{59E1C085-6C5B-4240-8956-D7E21AD4DC1D}" type="presOf" srcId="{746F8A05-48DE-42C2-91F3-F97DDF561072}" destId="{B9C7F382-8C62-4B05-9B6F-02596452476A}" srcOrd="0" destOrd="0" presId="urn:microsoft.com/office/officeart/2005/8/layout/vList2"/>
    <dgm:cxn modelId="{65A992A9-B956-493C-AAF0-1B52D6A916F6}" srcId="{8A77C9B8-27BE-463E-9EE6-0D73275206A7}" destId="{EDE906A5-32A9-4C51-BE42-5F3A59F65BD0}" srcOrd="7" destOrd="0" parTransId="{283D870D-F464-4820-9E78-73F7871A327C}" sibTransId="{5BAF941C-2CF5-4CC8-B74B-53DCA7314857}"/>
    <dgm:cxn modelId="{8993B8AE-198E-446D-A08A-E63121161B36}" srcId="{8A77C9B8-27BE-463E-9EE6-0D73275206A7}" destId="{1CF8E027-704A-4E8A-9561-A7D22BAC75BE}" srcOrd="4" destOrd="0" parTransId="{6E47DCC3-AB86-405C-8C91-4FB9066D4CD3}" sibTransId="{0B3F31E5-5B9E-4AF4-83EE-91AA618FA17B}"/>
    <dgm:cxn modelId="{1F808CC9-22E3-410B-83EF-6EF3D332AAFE}" srcId="{8A77C9B8-27BE-463E-9EE6-0D73275206A7}" destId="{1950C4B4-7373-4B77-AA3E-6E86437441FC}" srcOrd="2" destOrd="0" parTransId="{7B7022FA-F3BE-4EEA-B6DE-C2489A43BB50}" sibTransId="{B2A1D71C-D4DF-4BE1-A29A-E47B48D75342}"/>
    <dgm:cxn modelId="{6143C8CE-1675-43E0-90D3-F8945051EB10}" srcId="{8A77C9B8-27BE-463E-9EE6-0D73275206A7}" destId="{1EF32263-B2A1-42DD-BA65-22CA3E0F0548}" srcOrd="3" destOrd="0" parTransId="{04A458B3-41F6-48F3-AA54-B7411323BD91}" sibTransId="{E759D4D1-1630-4EBF-99B9-95AF88F5821D}"/>
    <dgm:cxn modelId="{BA3A6DD4-2AA7-41F6-BD07-FBD92EA917F0}" srcId="{8A77C9B8-27BE-463E-9EE6-0D73275206A7}" destId="{746F8A05-48DE-42C2-91F3-F97DDF561072}" srcOrd="6" destOrd="0" parTransId="{A81CCE2C-19FA-4030-8AA5-8AA3203EED91}" sibTransId="{3379EA9A-562A-4EC0-A877-55E28CD6002C}"/>
    <dgm:cxn modelId="{7A94ADD7-6634-4B34-B00D-012EAFF31135}" type="presOf" srcId="{B540F263-A20E-4D6F-B0A9-CA5F8BDA9FD4}" destId="{8C29D7C7-650A-4B01-914D-F266FC3A9CA9}" srcOrd="0" destOrd="0" presId="urn:microsoft.com/office/officeart/2005/8/layout/vList2"/>
    <dgm:cxn modelId="{6BA9A3E8-1A7B-4581-8823-8EDC280EC610}" type="presOf" srcId="{1EF32263-B2A1-42DD-BA65-22CA3E0F0548}" destId="{9D16FC99-285C-418F-80FE-BA4DCA069E62}" srcOrd="0" destOrd="0" presId="urn:microsoft.com/office/officeart/2005/8/layout/vList2"/>
    <dgm:cxn modelId="{EA73ACEB-8434-4432-BEB4-E0C912FC4C7D}" type="presOf" srcId="{6D852D2D-E5AC-484C-9FA7-F8182021F6C3}" destId="{6D430A88-8540-4C2E-9249-5D104D4CAC6B}" srcOrd="0" destOrd="0" presId="urn:microsoft.com/office/officeart/2005/8/layout/vList2"/>
    <dgm:cxn modelId="{2B84EC97-E3D9-406F-8BB2-8E4188F1F9E1}" type="presParOf" srcId="{AC4A5A74-2971-4E19-AF09-4731C133CA3B}" destId="{CFF358D2-507C-494E-B28B-C8DE9B0C6398}" srcOrd="0" destOrd="0" presId="urn:microsoft.com/office/officeart/2005/8/layout/vList2"/>
    <dgm:cxn modelId="{0F1F6DE0-BED7-4CC7-A812-E3DC3A884726}" type="presParOf" srcId="{AC4A5A74-2971-4E19-AF09-4731C133CA3B}" destId="{79F345A4-196A-47FC-AD08-4FFE018034A1}" srcOrd="1" destOrd="0" presId="urn:microsoft.com/office/officeart/2005/8/layout/vList2"/>
    <dgm:cxn modelId="{71D55348-D800-4510-9FD8-B57E1EB35BC7}" type="presParOf" srcId="{AC4A5A74-2971-4E19-AF09-4731C133CA3B}" destId="{8C29D7C7-650A-4B01-914D-F266FC3A9CA9}" srcOrd="2" destOrd="0" presId="urn:microsoft.com/office/officeart/2005/8/layout/vList2"/>
    <dgm:cxn modelId="{A3B7562A-BA15-4579-A664-94EEC744F9EF}" type="presParOf" srcId="{AC4A5A74-2971-4E19-AF09-4731C133CA3B}" destId="{E0EA5799-ED70-4667-8FEC-46A26BC99E09}" srcOrd="3" destOrd="0" presId="urn:microsoft.com/office/officeart/2005/8/layout/vList2"/>
    <dgm:cxn modelId="{06C59B2E-F649-4B3D-A62D-A008B23222F8}" type="presParOf" srcId="{AC4A5A74-2971-4E19-AF09-4731C133CA3B}" destId="{87613E08-7BCC-498D-85C9-FB809AA4313B}" srcOrd="4" destOrd="0" presId="urn:microsoft.com/office/officeart/2005/8/layout/vList2"/>
    <dgm:cxn modelId="{0C474717-7F0A-430B-A7F7-3090372F4312}" type="presParOf" srcId="{AC4A5A74-2971-4E19-AF09-4731C133CA3B}" destId="{5B84157B-600B-4CEC-B61C-88BD62ADABCC}" srcOrd="5" destOrd="0" presId="urn:microsoft.com/office/officeart/2005/8/layout/vList2"/>
    <dgm:cxn modelId="{5A9C7741-02F3-4FD6-B175-C0F911E445D9}" type="presParOf" srcId="{AC4A5A74-2971-4E19-AF09-4731C133CA3B}" destId="{9D16FC99-285C-418F-80FE-BA4DCA069E62}" srcOrd="6" destOrd="0" presId="urn:microsoft.com/office/officeart/2005/8/layout/vList2"/>
    <dgm:cxn modelId="{49597F8F-18B8-4AB6-A86E-EA0E0E2134B1}" type="presParOf" srcId="{AC4A5A74-2971-4E19-AF09-4731C133CA3B}" destId="{B746DBC6-4573-4DC7-A847-377D12B5BAC9}" srcOrd="7" destOrd="0" presId="urn:microsoft.com/office/officeart/2005/8/layout/vList2"/>
    <dgm:cxn modelId="{AF1104FC-1B5E-456E-93DE-4FD8A90059F2}" type="presParOf" srcId="{AC4A5A74-2971-4E19-AF09-4731C133CA3B}" destId="{EC199FDA-F5CD-4815-83FB-37282693EDA3}" srcOrd="8" destOrd="0" presId="urn:microsoft.com/office/officeart/2005/8/layout/vList2"/>
    <dgm:cxn modelId="{10AD0DC7-8805-4656-AB64-EE5E510AE9F7}" type="presParOf" srcId="{AC4A5A74-2971-4E19-AF09-4731C133CA3B}" destId="{B9E45368-DA74-47C2-84E6-3833E6A87261}" srcOrd="9" destOrd="0" presId="urn:microsoft.com/office/officeart/2005/8/layout/vList2"/>
    <dgm:cxn modelId="{890FD6B3-3B15-41E2-A598-510A71459923}" type="presParOf" srcId="{AC4A5A74-2971-4E19-AF09-4731C133CA3B}" destId="{6D430A88-8540-4C2E-9249-5D104D4CAC6B}" srcOrd="10" destOrd="0" presId="urn:microsoft.com/office/officeart/2005/8/layout/vList2"/>
    <dgm:cxn modelId="{37DD3EC5-5A6E-4659-BD34-A7467B2DB83D}" type="presParOf" srcId="{AC4A5A74-2971-4E19-AF09-4731C133CA3B}" destId="{B85313E4-3801-474E-8FAB-B9810CC331FE}" srcOrd="11" destOrd="0" presId="urn:microsoft.com/office/officeart/2005/8/layout/vList2"/>
    <dgm:cxn modelId="{977E9E41-4CDB-4477-BA07-107BE9909324}" type="presParOf" srcId="{AC4A5A74-2971-4E19-AF09-4731C133CA3B}" destId="{B9C7F382-8C62-4B05-9B6F-02596452476A}" srcOrd="12" destOrd="0" presId="urn:microsoft.com/office/officeart/2005/8/layout/vList2"/>
    <dgm:cxn modelId="{1FD080A4-CC92-413D-8CE1-CFD69959A58F}" type="presParOf" srcId="{AC4A5A74-2971-4E19-AF09-4731C133CA3B}" destId="{9600ECEA-0875-419D-919B-9F317BE08FDF}" srcOrd="13" destOrd="0" presId="urn:microsoft.com/office/officeart/2005/8/layout/vList2"/>
    <dgm:cxn modelId="{D23950DC-A607-493E-999A-8E894053128A}" type="presParOf" srcId="{AC4A5A74-2971-4E19-AF09-4731C133CA3B}" destId="{5EDA7471-E2A5-4BC7-99B5-7DF9AFF8B600}" srcOrd="14" destOrd="0" presId="urn:microsoft.com/office/officeart/2005/8/layout/vList2"/>
    <dgm:cxn modelId="{B67EA3C6-C0C5-4A89-A2A7-3F1EB72AD57C}" type="presParOf" srcId="{AC4A5A74-2971-4E19-AF09-4731C133CA3B}" destId="{354CB95B-6DD8-48C6-A539-4CC998D74B1F}" srcOrd="15" destOrd="0" presId="urn:microsoft.com/office/officeart/2005/8/layout/vList2"/>
    <dgm:cxn modelId="{9F0B3AA7-E848-4F8D-A7D5-CE8DCFEC2AB3}" type="presParOf" srcId="{AC4A5A74-2971-4E19-AF09-4731C133CA3B}" destId="{115BA755-F6CC-4F1A-BCC7-F9D79BF68939}" srcOrd="16" destOrd="0" presId="urn:microsoft.com/office/officeart/2005/8/layout/vList2"/>
    <dgm:cxn modelId="{BF3AF047-2AAC-4744-BEE8-0AD41FC3A4AD}" type="presParOf" srcId="{AC4A5A74-2971-4E19-AF09-4731C133CA3B}" destId="{3E1318C7-C749-4942-ACB6-7F3A2231D3B7}" srcOrd="17" destOrd="0" presId="urn:microsoft.com/office/officeart/2005/8/layout/vList2"/>
    <dgm:cxn modelId="{94C549E7-719F-443F-9903-E781F2E384CC}" type="presParOf" srcId="{AC4A5A74-2971-4E19-AF09-4731C133CA3B}" destId="{A7D64000-9568-4317-8606-E738067E6936}" srcOrd="18"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F358D2-507C-494E-B28B-C8DE9B0C6398}">
      <dsp:nvSpPr>
        <dsp:cNvPr id="0" name=""/>
        <dsp:cNvSpPr/>
      </dsp:nvSpPr>
      <dsp:spPr>
        <a:xfrm>
          <a:off x="0" y="57055"/>
          <a:ext cx="6074466" cy="4913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a:t>Karthik Noone</a:t>
          </a:r>
          <a:r>
            <a:rPr lang="en-US" sz="2100" kern="1200"/>
            <a:t> </a:t>
          </a:r>
        </a:p>
      </dsp:txBody>
      <dsp:txXfrm>
        <a:off x="23988" y="81043"/>
        <a:ext cx="6026490" cy="443423"/>
      </dsp:txXfrm>
    </dsp:sp>
    <dsp:sp modelId="{8C29D7C7-650A-4B01-914D-F266FC3A9CA9}">
      <dsp:nvSpPr>
        <dsp:cNvPr id="0" name=""/>
        <dsp:cNvSpPr/>
      </dsp:nvSpPr>
      <dsp:spPr>
        <a:xfrm>
          <a:off x="0" y="608935"/>
          <a:ext cx="6074466" cy="4913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a:t>Naga Sateesh Reddy Dantla </a:t>
          </a:r>
          <a:endParaRPr lang="en-US" sz="2100" kern="1200"/>
        </a:p>
      </dsp:txBody>
      <dsp:txXfrm>
        <a:off x="23988" y="632923"/>
        <a:ext cx="6026490" cy="443423"/>
      </dsp:txXfrm>
    </dsp:sp>
    <dsp:sp modelId="{87613E08-7BCC-498D-85C9-FB809AA4313B}">
      <dsp:nvSpPr>
        <dsp:cNvPr id="0" name=""/>
        <dsp:cNvSpPr/>
      </dsp:nvSpPr>
      <dsp:spPr>
        <a:xfrm>
          <a:off x="0" y="1160815"/>
          <a:ext cx="6074466" cy="4913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a:t>Narayan Reddy Dodla </a:t>
          </a:r>
          <a:endParaRPr lang="en-US" sz="2100" kern="1200"/>
        </a:p>
      </dsp:txBody>
      <dsp:txXfrm>
        <a:off x="23988" y="1184803"/>
        <a:ext cx="6026490" cy="443423"/>
      </dsp:txXfrm>
    </dsp:sp>
    <dsp:sp modelId="{9D16FC99-285C-418F-80FE-BA4DCA069E62}">
      <dsp:nvSpPr>
        <dsp:cNvPr id="0" name=""/>
        <dsp:cNvSpPr/>
      </dsp:nvSpPr>
      <dsp:spPr>
        <a:xfrm>
          <a:off x="0" y="1712695"/>
          <a:ext cx="6074466" cy="4913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a:t>Niharica Myla</a:t>
          </a:r>
          <a:endParaRPr lang="en-US" sz="2100" kern="1200"/>
        </a:p>
      </dsp:txBody>
      <dsp:txXfrm>
        <a:off x="23988" y="1736683"/>
        <a:ext cx="6026490" cy="443423"/>
      </dsp:txXfrm>
    </dsp:sp>
    <dsp:sp modelId="{EC199FDA-F5CD-4815-83FB-37282693EDA3}">
      <dsp:nvSpPr>
        <dsp:cNvPr id="0" name=""/>
        <dsp:cNvSpPr/>
      </dsp:nvSpPr>
      <dsp:spPr>
        <a:xfrm>
          <a:off x="0" y="2264575"/>
          <a:ext cx="6074466" cy="4913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a:t>Ravichandrika Annadanam </a:t>
          </a:r>
          <a:endParaRPr lang="en-US" sz="2100" kern="1200"/>
        </a:p>
      </dsp:txBody>
      <dsp:txXfrm>
        <a:off x="23988" y="2288563"/>
        <a:ext cx="6026490" cy="443423"/>
      </dsp:txXfrm>
    </dsp:sp>
    <dsp:sp modelId="{6D430A88-8540-4C2E-9249-5D104D4CAC6B}">
      <dsp:nvSpPr>
        <dsp:cNvPr id="0" name=""/>
        <dsp:cNvSpPr/>
      </dsp:nvSpPr>
      <dsp:spPr>
        <a:xfrm>
          <a:off x="0" y="2816455"/>
          <a:ext cx="6074466" cy="4913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a:t>Ruthvik Bhairav Yalavarthi </a:t>
          </a:r>
          <a:endParaRPr lang="en-US" sz="2100" kern="1200"/>
        </a:p>
      </dsp:txBody>
      <dsp:txXfrm>
        <a:off x="23988" y="2840443"/>
        <a:ext cx="6026490" cy="443423"/>
      </dsp:txXfrm>
    </dsp:sp>
    <dsp:sp modelId="{B9C7F382-8C62-4B05-9B6F-02596452476A}">
      <dsp:nvSpPr>
        <dsp:cNvPr id="0" name=""/>
        <dsp:cNvSpPr/>
      </dsp:nvSpPr>
      <dsp:spPr>
        <a:xfrm>
          <a:off x="0" y="3368335"/>
          <a:ext cx="6074466" cy="4913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a:t>Sai Chandhar Reddy Thodati </a:t>
          </a:r>
          <a:endParaRPr lang="en-US" sz="2100" kern="1200"/>
        </a:p>
      </dsp:txBody>
      <dsp:txXfrm>
        <a:off x="23988" y="3392323"/>
        <a:ext cx="6026490" cy="443423"/>
      </dsp:txXfrm>
    </dsp:sp>
    <dsp:sp modelId="{5EDA7471-E2A5-4BC7-99B5-7DF9AFF8B600}">
      <dsp:nvSpPr>
        <dsp:cNvPr id="0" name=""/>
        <dsp:cNvSpPr/>
      </dsp:nvSpPr>
      <dsp:spPr>
        <a:xfrm>
          <a:off x="0" y="3920216"/>
          <a:ext cx="6074466" cy="4913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a:t>Satheesh Eppalapelli </a:t>
          </a:r>
          <a:endParaRPr lang="en-US" sz="2100" kern="1200"/>
        </a:p>
      </dsp:txBody>
      <dsp:txXfrm>
        <a:off x="23988" y="3944204"/>
        <a:ext cx="6026490" cy="443423"/>
      </dsp:txXfrm>
    </dsp:sp>
    <dsp:sp modelId="{115BA755-F6CC-4F1A-BCC7-F9D79BF68939}">
      <dsp:nvSpPr>
        <dsp:cNvPr id="0" name=""/>
        <dsp:cNvSpPr/>
      </dsp:nvSpPr>
      <dsp:spPr>
        <a:xfrm>
          <a:off x="0" y="4472096"/>
          <a:ext cx="6074466" cy="4913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a:t>Sidhartha Annamaneni </a:t>
          </a:r>
          <a:endParaRPr lang="en-US" sz="2100" kern="1200"/>
        </a:p>
      </dsp:txBody>
      <dsp:txXfrm>
        <a:off x="23988" y="4496084"/>
        <a:ext cx="6026490" cy="443423"/>
      </dsp:txXfrm>
    </dsp:sp>
    <dsp:sp modelId="{A7D64000-9568-4317-8606-E738067E6936}">
      <dsp:nvSpPr>
        <dsp:cNvPr id="0" name=""/>
        <dsp:cNvSpPr/>
      </dsp:nvSpPr>
      <dsp:spPr>
        <a:xfrm>
          <a:off x="0" y="5023976"/>
          <a:ext cx="6074466" cy="4913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a:t>Vijay Kumar Chunchu </a:t>
          </a:r>
          <a:endParaRPr lang="en-US" sz="2100" kern="1200"/>
        </a:p>
      </dsp:txBody>
      <dsp:txXfrm>
        <a:off x="23988" y="5047964"/>
        <a:ext cx="6026490" cy="44342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E06FABB-6F18-4456-867B-0EFA3D6BFF1F}" type="datetimeFigureOut">
              <a:rPr lang="en-US" smtClean="0"/>
              <a:t>5/18/2022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383E8F2F-F2E2-42D5-AD9A-D9EBD55D8A45}" type="slidenum">
              <a:rPr lang="en-US" smtClean="0"/>
              <a:t>‹#›</a:t>
            </a:fld>
            <a:endParaRPr lang="en-US"/>
          </a:p>
        </p:txBody>
      </p:sp>
    </p:spTree>
    <p:extLst>
      <p:ext uri="{BB962C8B-B14F-4D97-AF65-F5344CB8AC3E}">
        <p14:creationId xmlns:p14="http://schemas.microsoft.com/office/powerpoint/2010/main" val="1739139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06FABB-6F18-4456-867B-0EFA3D6BFF1F}" type="datetimeFigureOut">
              <a:rPr lang="en-US" smtClean="0"/>
              <a:t>5/18/2022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3E8F2F-F2E2-42D5-AD9A-D9EBD55D8A45}" type="slidenum">
              <a:rPr lang="en-US" smtClean="0"/>
              <a:t>‹#›</a:t>
            </a:fld>
            <a:endParaRPr lang="en-US"/>
          </a:p>
        </p:txBody>
      </p:sp>
    </p:spTree>
    <p:extLst>
      <p:ext uri="{BB962C8B-B14F-4D97-AF65-F5344CB8AC3E}">
        <p14:creationId xmlns:p14="http://schemas.microsoft.com/office/powerpoint/2010/main" val="844176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DE06FABB-6F18-4456-867B-0EFA3D6BFF1F}" type="datetimeFigureOut">
              <a:rPr lang="en-US" smtClean="0"/>
              <a:t>5/18/2022</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383E8F2F-F2E2-42D5-AD9A-D9EBD55D8A45}" type="slidenum">
              <a:rPr lang="en-US" smtClean="0"/>
              <a:t>‹#›</a:t>
            </a:fld>
            <a:endParaRPr lang="en-US"/>
          </a:p>
        </p:txBody>
      </p:sp>
    </p:spTree>
    <p:extLst>
      <p:ext uri="{BB962C8B-B14F-4D97-AF65-F5344CB8AC3E}">
        <p14:creationId xmlns:p14="http://schemas.microsoft.com/office/powerpoint/2010/main" val="604400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E06FABB-6F18-4456-867B-0EFA3D6BFF1F}" type="datetimeFigureOut">
              <a:rPr lang="en-US" smtClean="0"/>
              <a:t>5/18/2022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3E8F2F-F2E2-42D5-AD9A-D9EBD55D8A45}" type="slidenum">
              <a:rPr lang="en-US" smtClean="0"/>
              <a:t>‹#›</a:t>
            </a:fld>
            <a:endParaRPr lang="en-US"/>
          </a:p>
        </p:txBody>
      </p:sp>
    </p:spTree>
    <p:extLst>
      <p:ext uri="{BB962C8B-B14F-4D97-AF65-F5344CB8AC3E}">
        <p14:creationId xmlns:p14="http://schemas.microsoft.com/office/powerpoint/2010/main" val="3305833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E06FABB-6F18-4456-867B-0EFA3D6BFF1F}" type="datetimeFigureOut">
              <a:rPr lang="en-US" smtClean="0"/>
              <a:t>5/18/2022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83E8F2F-F2E2-42D5-AD9A-D9EBD55D8A45}" type="slidenum">
              <a:rPr lang="en-US" smtClean="0"/>
              <a:t>‹#›</a:t>
            </a:fld>
            <a:endParaRPr lang="en-US"/>
          </a:p>
        </p:txBody>
      </p:sp>
    </p:spTree>
    <p:extLst>
      <p:ext uri="{BB962C8B-B14F-4D97-AF65-F5344CB8AC3E}">
        <p14:creationId xmlns:p14="http://schemas.microsoft.com/office/powerpoint/2010/main" val="1405899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E06FABB-6F18-4456-867B-0EFA3D6BFF1F}" type="datetimeFigureOut">
              <a:rPr lang="en-US" smtClean="0"/>
              <a:t>5/18/2022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3E8F2F-F2E2-42D5-AD9A-D9EBD55D8A45}" type="slidenum">
              <a:rPr lang="en-US" smtClean="0"/>
              <a:t>‹#›</a:t>
            </a:fld>
            <a:endParaRPr lang="en-US"/>
          </a:p>
        </p:txBody>
      </p:sp>
    </p:spTree>
    <p:extLst>
      <p:ext uri="{BB962C8B-B14F-4D97-AF65-F5344CB8AC3E}">
        <p14:creationId xmlns:p14="http://schemas.microsoft.com/office/powerpoint/2010/main" val="3311101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06FABB-6F18-4456-867B-0EFA3D6BFF1F}" type="datetimeFigureOut">
              <a:rPr lang="en-US" smtClean="0"/>
              <a:t>5/18/2022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83E8F2F-F2E2-42D5-AD9A-D9EBD55D8A45}" type="slidenum">
              <a:rPr lang="en-US" smtClean="0"/>
              <a:t>‹#›</a:t>
            </a:fld>
            <a:endParaRPr lang="en-US"/>
          </a:p>
        </p:txBody>
      </p:sp>
    </p:spTree>
    <p:extLst>
      <p:ext uri="{BB962C8B-B14F-4D97-AF65-F5344CB8AC3E}">
        <p14:creationId xmlns:p14="http://schemas.microsoft.com/office/powerpoint/2010/main" val="3705636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E06FABB-6F18-4456-867B-0EFA3D6BFF1F}" type="datetimeFigureOut">
              <a:rPr lang="en-US" smtClean="0"/>
              <a:t>5/18/2022</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383E8F2F-F2E2-42D5-AD9A-D9EBD55D8A45}" type="slidenum">
              <a:rPr lang="en-US" smtClean="0"/>
              <a:t>‹#›</a:t>
            </a:fld>
            <a:endParaRPr lang="en-US"/>
          </a:p>
        </p:txBody>
      </p:sp>
    </p:spTree>
    <p:extLst>
      <p:ext uri="{BB962C8B-B14F-4D97-AF65-F5344CB8AC3E}">
        <p14:creationId xmlns:p14="http://schemas.microsoft.com/office/powerpoint/2010/main" val="2464654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E06FABB-6F18-4456-867B-0EFA3D6BFF1F}" type="datetimeFigureOut">
              <a:rPr lang="en-US" smtClean="0"/>
              <a:t>5/18/2022</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383E8F2F-F2E2-42D5-AD9A-D9EBD55D8A45}" type="slidenum">
              <a:rPr lang="en-US" smtClean="0"/>
              <a:t>‹#›</a:t>
            </a:fld>
            <a:endParaRPr lang="en-US"/>
          </a:p>
        </p:txBody>
      </p:sp>
    </p:spTree>
    <p:extLst>
      <p:ext uri="{BB962C8B-B14F-4D97-AF65-F5344CB8AC3E}">
        <p14:creationId xmlns:p14="http://schemas.microsoft.com/office/powerpoint/2010/main" val="3535606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06FABB-6F18-4456-867B-0EFA3D6BFF1F}" type="datetimeFigureOut">
              <a:rPr lang="en-US" smtClean="0"/>
              <a:t>5/18/2022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3E8F2F-F2E2-42D5-AD9A-D9EBD55D8A45}" type="slidenum">
              <a:rPr lang="en-US" smtClean="0"/>
              <a:t>‹#›</a:t>
            </a:fld>
            <a:endParaRPr lang="en-US"/>
          </a:p>
        </p:txBody>
      </p:sp>
    </p:spTree>
    <p:extLst>
      <p:ext uri="{BB962C8B-B14F-4D97-AF65-F5344CB8AC3E}">
        <p14:creationId xmlns:p14="http://schemas.microsoft.com/office/powerpoint/2010/main" val="8997189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06FABB-6F18-4456-867B-0EFA3D6BFF1F}" type="datetimeFigureOut">
              <a:rPr lang="en-US" smtClean="0"/>
              <a:t>5/18/2022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3E8F2F-F2E2-42D5-AD9A-D9EBD55D8A45}" type="slidenum">
              <a:rPr lang="en-US" smtClean="0"/>
              <a:t>‹#›</a:t>
            </a:fld>
            <a:endParaRPr lang="en-US"/>
          </a:p>
        </p:txBody>
      </p:sp>
    </p:spTree>
    <p:extLst>
      <p:ext uri="{BB962C8B-B14F-4D97-AF65-F5344CB8AC3E}">
        <p14:creationId xmlns:p14="http://schemas.microsoft.com/office/powerpoint/2010/main" val="2368158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DE06FABB-6F18-4456-867B-0EFA3D6BFF1F}" type="datetimeFigureOut">
              <a:rPr lang="en-US" smtClean="0"/>
              <a:t>5/18/2022</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383E8F2F-F2E2-42D5-AD9A-D9EBD55D8A45}" type="slidenum">
              <a:rPr lang="en-US" smtClean="0"/>
              <a:t>‹#›</a:t>
            </a:fld>
            <a:endParaRPr lang="en-US"/>
          </a:p>
        </p:txBody>
      </p:sp>
    </p:spTree>
    <p:extLst>
      <p:ext uri="{BB962C8B-B14F-4D97-AF65-F5344CB8AC3E}">
        <p14:creationId xmlns:p14="http://schemas.microsoft.com/office/powerpoint/2010/main" val="377127495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microsoft.com/office/2007/relationships/hdphoto" Target="../media/hdphoto3.wdp"/><Relationship Id="rId7" Type="http://schemas.openxmlformats.org/officeDocument/2006/relationships/diagramColors" Target="../diagrams/colors1.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microsoft.com/office/2007/relationships/hdphoto" Target="../media/hdphoto3.wdp"/><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g"/><Relationship Id="rId1" Type="http://schemas.openxmlformats.org/officeDocument/2006/relationships/slideLayout" Target="../slideLayouts/slideLayout2.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7" Type="http://schemas.openxmlformats.org/officeDocument/2006/relationships/image" Target="../media/image10.sv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9.png"/><Relationship Id="rId5" Type="http://schemas.microsoft.com/office/2007/relationships/hdphoto" Target="../media/hdphoto1.wdp"/><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microsoft.com/office/2007/relationships/hdphoto" Target="../media/hdphoto2.wdp"/><Relationship Id="rId7"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2.jpg"/><Relationship Id="rId5" Type="http://schemas.openxmlformats.org/officeDocument/2006/relationships/image" Target="../media/image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7" Type="http://schemas.openxmlformats.org/officeDocument/2006/relationships/image" Target="../media/image16.sv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5.png"/><Relationship Id="rId5" Type="http://schemas.microsoft.com/office/2007/relationships/hdphoto" Target="../media/hdphoto1.wdp"/><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EDF3BDB2-0586-430E-811A-74BAFDEE6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2" name="Rectangle 51">
            <a:extLst>
              <a:ext uri="{FF2B5EF4-FFF2-40B4-BE49-F238E27FC236}">
                <a16:creationId xmlns:a16="http://schemas.microsoft.com/office/drawing/2014/main" id="{821E305B-0351-4E03-8C1B-F23D3A346E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5152" y="928117"/>
            <a:ext cx="6629400"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3C848660-F9C2-4F86-A218-6AE0FB4CCC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1336" y="1110053"/>
            <a:ext cx="6630506" cy="4580301"/>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E06F83-18F7-33BC-03D7-64AE1026F73E}"/>
              </a:ext>
            </a:extLst>
          </p:cNvPr>
          <p:cNvSpPr>
            <a:spLocks noGrp="1"/>
          </p:cNvSpPr>
          <p:nvPr>
            <p:ph type="ctrTitle"/>
          </p:nvPr>
        </p:nvSpPr>
        <p:spPr>
          <a:xfrm>
            <a:off x="4961376" y="1432223"/>
            <a:ext cx="6057144" cy="1183158"/>
          </a:xfrm>
        </p:spPr>
        <p:txBody>
          <a:bodyPr>
            <a:normAutofit/>
          </a:bodyPr>
          <a:lstStyle/>
          <a:p>
            <a:r>
              <a:rPr lang="en-US" sz="4000" dirty="0"/>
              <a:t>        </a:t>
            </a:r>
          </a:p>
        </p:txBody>
      </p:sp>
      <p:sp>
        <p:nvSpPr>
          <p:cNvPr id="56" name="Rectangle 55">
            <a:extLst>
              <a:ext uri="{FF2B5EF4-FFF2-40B4-BE49-F238E27FC236}">
                <a16:creationId xmlns:a16="http://schemas.microsoft.com/office/drawing/2014/main" id="{5CABD882-B7CE-4433-B509-99205DB70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5152" y="5780565"/>
            <a:ext cx="6629400"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 name="Group 57">
            <a:extLst>
              <a:ext uri="{FF2B5EF4-FFF2-40B4-BE49-F238E27FC236}">
                <a16:creationId xmlns:a16="http://schemas.microsoft.com/office/drawing/2014/main" id="{49F6A645-6137-4F43-8E88-D91CC337D5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6920" y="5257800"/>
            <a:ext cx="1080904" cy="1080902"/>
            <a:chOff x="9685338" y="4460675"/>
            <a:chExt cx="1080904" cy="1080902"/>
          </a:xfrm>
        </p:grpSpPr>
        <p:sp>
          <p:nvSpPr>
            <p:cNvPr id="59" name="Oval 58">
              <a:extLst>
                <a:ext uri="{FF2B5EF4-FFF2-40B4-BE49-F238E27FC236}">
                  <a16:creationId xmlns:a16="http://schemas.microsoft.com/office/drawing/2014/main" id="{3A2C783A-4EEE-481B-815A-A1BB14F44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60" name="Oval 59">
              <a:extLst>
                <a:ext uri="{FF2B5EF4-FFF2-40B4-BE49-F238E27FC236}">
                  <a16:creationId xmlns:a16="http://schemas.microsoft.com/office/drawing/2014/main" id="{A0186437-0053-4886-B612-804E4DC90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pic>
        <p:nvPicPr>
          <p:cNvPr id="47" name="Graphic 46" descr="Typewriter">
            <a:extLst>
              <a:ext uri="{FF2B5EF4-FFF2-40B4-BE49-F238E27FC236}">
                <a16:creationId xmlns:a16="http://schemas.microsoft.com/office/drawing/2014/main" id="{63658907-21D2-F7A4-9CF4-9E8AB4AD3B9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3915" y="1686320"/>
            <a:ext cx="3416725" cy="3416725"/>
          </a:xfrm>
          <a:prstGeom prst="rect">
            <a:avLst/>
          </a:prstGeom>
        </p:spPr>
      </p:pic>
      <p:sp>
        <p:nvSpPr>
          <p:cNvPr id="19" name="Subtitle 2">
            <a:extLst>
              <a:ext uri="{FF2B5EF4-FFF2-40B4-BE49-F238E27FC236}">
                <a16:creationId xmlns:a16="http://schemas.microsoft.com/office/drawing/2014/main" id="{C423893B-2216-0306-0883-23C1109381F9}"/>
              </a:ext>
            </a:extLst>
          </p:cNvPr>
          <p:cNvSpPr>
            <a:spLocks noGrp="1"/>
          </p:cNvSpPr>
          <p:nvPr>
            <p:ph type="subTitle" idx="1"/>
          </p:nvPr>
        </p:nvSpPr>
        <p:spPr>
          <a:xfrm>
            <a:off x="5112775" y="2723471"/>
            <a:ext cx="5968180" cy="2056875"/>
          </a:xfrm>
        </p:spPr>
        <p:txBody>
          <a:bodyPr anchor="ctr">
            <a:noAutofit/>
          </a:bodyPr>
          <a:lstStyle/>
          <a:p>
            <a:r>
              <a:rPr lang="en-US" sz="7200" dirty="0">
                <a:solidFill>
                  <a:srgbClr val="000000"/>
                </a:solidFill>
                <a:effectLst>
                  <a:outerShdw blurRad="38100" dist="38100" dir="2700000" algn="tl">
                    <a:srgbClr val="000000">
                      <a:alpha val="43137"/>
                    </a:srgbClr>
                  </a:outerShdw>
                </a:effectLst>
                <a:latin typeface="+mj-lt"/>
              </a:rPr>
              <a:t>SMART MOBILITY</a:t>
            </a:r>
          </a:p>
        </p:txBody>
      </p:sp>
    </p:spTree>
    <p:extLst>
      <p:ext uri="{BB962C8B-B14F-4D97-AF65-F5344CB8AC3E}">
        <p14:creationId xmlns:p14="http://schemas.microsoft.com/office/powerpoint/2010/main" val="213570737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C06EAFD-0C69-4B3B-BEA7-E7E11DDF9C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4066C89-42FB-4624-9AFE-3A31B36491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4" y="0"/>
            <a:ext cx="4648169" cy="6858000"/>
          </a:xfrm>
          <a:prstGeom prst="rect">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algn="ctr" defTabSz="914400"/>
            <a:endParaRPr lang="en-US" sz="2000" kern="0">
              <a:solidFill>
                <a:prstClr val="white"/>
              </a:solidFill>
              <a:latin typeface="Rockwell Extra Bold" pitchFamily="18" charset="0"/>
            </a:endParaRPr>
          </a:p>
        </p:txBody>
      </p:sp>
      <p:sp>
        <p:nvSpPr>
          <p:cNvPr id="2" name="Title 1">
            <a:extLst>
              <a:ext uri="{FF2B5EF4-FFF2-40B4-BE49-F238E27FC236}">
                <a16:creationId xmlns:a16="http://schemas.microsoft.com/office/drawing/2014/main" id="{26AB9DB0-DB92-AF51-1C96-4AC3A79DE073}"/>
              </a:ext>
            </a:extLst>
          </p:cNvPr>
          <p:cNvSpPr>
            <a:spLocks noGrp="1"/>
          </p:cNvSpPr>
          <p:nvPr>
            <p:ph type="title"/>
          </p:nvPr>
        </p:nvSpPr>
        <p:spPr>
          <a:xfrm>
            <a:off x="643468" y="643466"/>
            <a:ext cx="3686312" cy="5528734"/>
          </a:xfrm>
        </p:spPr>
        <p:txBody>
          <a:bodyPr>
            <a:normAutofit/>
          </a:bodyPr>
          <a:lstStyle/>
          <a:p>
            <a:pPr algn="r"/>
            <a:r>
              <a:rPr lang="en-US" sz="4800">
                <a:solidFill>
                  <a:srgbClr val="FFFFFF"/>
                </a:solidFill>
              </a:rPr>
              <a:t> PROJECT MEMBERS  </a:t>
            </a:r>
          </a:p>
        </p:txBody>
      </p:sp>
      <p:graphicFrame>
        <p:nvGraphicFramePr>
          <p:cNvPr id="16" name="Content Placeholder 2">
            <a:extLst>
              <a:ext uri="{FF2B5EF4-FFF2-40B4-BE49-F238E27FC236}">
                <a16:creationId xmlns:a16="http://schemas.microsoft.com/office/drawing/2014/main" id="{A0320710-6F27-82AB-3D74-DA88A91DD2B0}"/>
              </a:ext>
            </a:extLst>
          </p:cNvPr>
          <p:cNvGraphicFramePr>
            <a:graphicFrameLocks noGrp="1"/>
          </p:cNvGraphicFramePr>
          <p:nvPr>
            <p:ph idx="1"/>
          </p:nvPr>
        </p:nvGraphicFramePr>
        <p:xfrm>
          <a:off x="5053780" y="599768"/>
          <a:ext cx="6074467" cy="557243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2" name="Oval 11">
            <a:extLst>
              <a:ext uri="{FF2B5EF4-FFF2-40B4-BE49-F238E27FC236}">
                <a16:creationId xmlns:a16="http://schemas.microsoft.com/office/drawing/2014/main" id="{BA218FBC-B2D6-48CA-9289-C4110162E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9">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a:extLst>
              <a:ext uri="{FF2B5EF4-FFF2-40B4-BE49-F238E27FC236}">
                <a16:creationId xmlns:a16="http://schemas.microsoft.com/office/drawing/2014/main" id="{2DED9084-49DA-4911-ACB7-5F9E4DEFA0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5373547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118BA95-03E7-41B7-B442-0AF8C0A7FF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Content Placeholder 2">
            <a:extLst>
              <a:ext uri="{FF2B5EF4-FFF2-40B4-BE49-F238E27FC236}">
                <a16:creationId xmlns:a16="http://schemas.microsoft.com/office/drawing/2014/main" id="{CF7C5219-CD29-35EB-40C9-BB5A78714B0F}"/>
              </a:ext>
            </a:extLst>
          </p:cNvPr>
          <p:cNvSpPr>
            <a:spLocks noGrp="1"/>
          </p:cNvSpPr>
          <p:nvPr>
            <p:ph idx="1"/>
          </p:nvPr>
        </p:nvSpPr>
        <p:spPr>
          <a:xfrm>
            <a:off x="1069850" y="844902"/>
            <a:ext cx="5818858" cy="5168196"/>
          </a:xfrm>
        </p:spPr>
        <p:txBody>
          <a:bodyPr anchor="ctr">
            <a:normAutofit/>
          </a:bodyPr>
          <a:lstStyle/>
          <a:p>
            <a:r>
              <a:rPr lang="en-US" sz="1700" dirty="0"/>
              <a:t>Cyber-Physical Systems (CPS) are integrations of computation, networking, and physical processes. Embedded computers and networks monitor and control the physical processes, with feedback loops where physical processes affect computations and vice versa.</a:t>
            </a:r>
          </a:p>
          <a:p>
            <a:r>
              <a:rPr lang="en-US" sz="1700" dirty="0"/>
              <a:t>What are examples of cyber-physical systems – Cyber-Physical Systems (CPS) are collections of physical and computer components that are integrated with each other to operate a process safely and efficiently. Examples of CPS include industrial control systems, water systems, robotics systems, smart grid, etc.</a:t>
            </a:r>
          </a:p>
          <a:p>
            <a:r>
              <a:rPr lang="en-US" sz="1700" dirty="0"/>
              <a:t>CPSs are characterized by integration, across technologies, industrial domains, and the life-cycle, and by “smartness.” CPS can be described using a corresponding set of characteristics: technical emphasis, cross-cutting aspects, level of automation, and life-cycle integration.</a:t>
            </a:r>
          </a:p>
          <a:p>
            <a:endParaRPr lang="en-US" sz="1700" dirty="0"/>
          </a:p>
        </p:txBody>
      </p:sp>
      <p:sp>
        <p:nvSpPr>
          <p:cNvPr id="10" name="Rectangle 9">
            <a:extLst>
              <a:ext uri="{FF2B5EF4-FFF2-40B4-BE49-F238E27FC236}">
                <a16:creationId xmlns:a16="http://schemas.microsoft.com/office/drawing/2014/main" id="{AD9B3EAD-A2B3-42C4-927C-3455E3E69E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86983" y="3388659"/>
            <a:ext cx="3657600"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2" name="Group 11">
            <a:extLst>
              <a:ext uri="{FF2B5EF4-FFF2-40B4-BE49-F238E27FC236}">
                <a16:creationId xmlns:a16="http://schemas.microsoft.com/office/drawing/2014/main" id="{4BF9B298-BC35-4C0F-8301-5D63A1E6D28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42859" y="1679571"/>
            <a:ext cx="3498864" cy="3498858"/>
            <a:chOff x="7942859" y="1679571"/>
            <a:chExt cx="3498864" cy="3498858"/>
          </a:xfrm>
        </p:grpSpPr>
        <p:sp>
          <p:nvSpPr>
            <p:cNvPr id="13" name="Oval 12">
              <a:extLst>
                <a:ext uri="{FF2B5EF4-FFF2-40B4-BE49-F238E27FC236}">
                  <a16:creationId xmlns:a16="http://schemas.microsoft.com/office/drawing/2014/main" id="{059D8741-EAD6-41B1-A882-70D70FC358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42859" y="1679571"/>
              <a:ext cx="3498864" cy="3498858"/>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a:extLst>
                <a:ext uri="{FF2B5EF4-FFF2-40B4-BE49-F238E27FC236}">
                  <a16:creationId xmlns:a16="http://schemas.microsoft.com/office/drawing/2014/main" id="{45444F36-3103-4D11-A25F-C054D4606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27958" y="1864667"/>
              <a:ext cx="3128666" cy="312866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F25A2282-5B65-CC7E-47B8-76ADABE050A7}"/>
              </a:ext>
            </a:extLst>
          </p:cNvPr>
          <p:cNvSpPr>
            <a:spLocks noGrp="1"/>
          </p:cNvSpPr>
          <p:nvPr>
            <p:ph type="title"/>
          </p:nvPr>
        </p:nvSpPr>
        <p:spPr>
          <a:xfrm>
            <a:off x="8371968" y="2376862"/>
            <a:ext cx="2640646" cy="2104273"/>
          </a:xfrm>
          <a:noFill/>
        </p:spPr>
        <p:txBody>
          <a:bodyPr>
            <a:normAutofit/>
          </a:bodyPr>
          <a:lstStyle/>
          <a:p>
            <a:pPr algn="ctr"/>
            <a:r>
              <a:rPr lang="en-US" sz="3000">
                <a:solidFill>
                  <a:schemeClr val="bg1">
                    <a:shade val="97000"/>
                    <a:satMod val="150000"/>
                  </a:schemeClr>
                </a:solidFill>
              </a:rPr>
              <a:t> CYBER PHYSICAL SYSTEMS </a:t>
            </a:r>
          </a:p>
        </p:txBody>
      </p:sp>
    </p:spTree>
    <p:extLst>
      <p:ext uri="{BB962C8B-B14F-4D97-AF65-F5344CB8AC3E}">
        <p14:creationId xmlns:p14="http://schemas.microsoft.com/office/powerpoint/2010/main" val="191513313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FCA88C2-C73C-4062-A097-8FBCE3090B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3981C21-E132-4402-B31B-D725C1CE77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4" y="653241"/>
            <a:ext cx="109087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A685C77-4E84-486A-9AE5-F3635BE98E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2" y="822324"/>
            <a:ext cx="5149596" cy="5228279"/>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DD94D7-8541-5B19-3646-F71B9C215126}"/>
              </a:ext>
            </a:extLst>
          </p:cNvPr>
          <p:cNvSpPr>
            <a:spLocks noGrp="1"/>
          </p:cNvSpPr>
          <p:nvPr>
            <p:ph type="title"/>
          </p:nvPr>
        </p:nvSpPr>
        <p:spPr>
          <a:xfrm>
            <a:off x="1286934" y="1465790"/>
            <a:ext cx="3860798" cy="3941345"/>
          </a:xfrm>
        </p:spPr>
        <p:txBody>
          <a:bodyPr>
            <a:normAutofit/>
          </a:bodyPr>
          <a:lstStyle/>
          <a:p>
            <a:r>
              <a:rPr lang="en-US" sz="5600"/>
              <a:t> INTRODUCTION </a:t>
            </a:r>
          </a:p>
        </p:txBody>
      </p:sp>
      <p:sp>
        <p:nvSpPr>
          <p:cNvPr id="7" name="Content Placeholder 2">
            <a:extLst>
              <a:ext uri="{FF2B5EF4-FFF2-40B4-BE49-F238E27FC236}">
                <a16:creationId xmlns:a16="http://schemas.microsoft.com/office/drawing/2014/main" id="{BCB51F45-46B6-17F3-E05D-839821D48C39}"/>
              </a:ext>
            </a:extLst>
          </p:cNvPr>
          <p:cNvSpPr>
            <a:spLocks noGrp="1"/>
          </p:cNvSpPr>
          <p:nvPr>
            <p:ph idx="1"/>
          </p:nvPr>
        </p:nvSpPr>
        <p:spPr>
          <a:xfrm>
            <a:off x="5974080" y="903007"/>
            <a:ext cx="6217920" cy="5066914"/>
          </a:xfrm>
        </p:spPr>
        <p:txBody>
          <a:bodyPr anchor="ctr">
            <a:normAutofit fontScale="92500"/>
          </a:bodyPr>
          <a:lstStyle/>
          <a:p>
            <a:r>
              <a:rPr lang="en-US" sz="1900" dirty="0"/>
              <a:t>commuting is a part of our daily working life. Where most of us spend our time waiting for transportation. It’s a huge struggle if there’s no minimum transportation that’s being available for the public.</a:t>
            </a:r>
          </a:p>
          <a:p>
            <a:r>
              <a:rPr lang="en-US" sz="1900" dirty="0"/>
              <a:t>we came up with an idea to makes daily commute stress-free, time-saving, reliable and convenient, by providing One Way Rental service with the all-new keyless bicycles and scooters, where you can pick up and drop the bikes anywhere you need to.</a:t>
            </a:r>
          </a:p>
          <a:p>
            <a:r>
              <a:rPr lang="en-US" sz="1900" dirty="0"/>
              <a:t>These bikes allows you first and last mile connectivity encouraging public transport which are offered with minimum documentation so that you can have smooth experience.</a:t>
            </a:r>
          </a:p>
          <a:p>
            <a:r>
              <a:rPr lang="en-US" sz="1900" dirty="0"/>
              <a:t>The drop-off point can be any legal parking spot across the perimeter, which is accessible to the public.</a:t>
            </a:r>
          </a:p>
          <a:p>
            <a:r>
              <a:rPr lang="en-US" sz="1900" dirty="0"/>
              <a:t>We provide two kind of vehicles bicycles and electric scooter with point-to-point rides and hourly rides. </a:t>
            </a:r>
          </a:p>
          <a:p>
            <a:endParaRPr lang="en-US" sz="1900" dirty="0"/>
          </a:p>
        </p:txBody>
      </p:sp>
      <p:sp>
        <p:nvSpPr>
          <p:cNvPr id="14" name="Rectangle 13">
            <a:extLst>
              <a:ext uri="{FF2B5EF4-FFF2-40B4-BE49-F238E27FC236}">
                <a16:creationId xmlns:a16="http://schemas.microsoft.com/office/drawing/2014/main" id="{E55C1C3E-5158-47F3-8FD9-14B22C3E6E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4" y="6121662"/>
            <a:ext cx="109087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06061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26">
            <a:extLst>
              <a:ext uri="{FF2B5EF4-FFF2-40B4-BE49-F238E27FC236}">
                <a16:creationId xmlns:a16="http://schemas.microsoft.com/office/drawing/2014/main" id="{D8AFD15B-CF29-4306-884F-47675092F9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3103FF-C6EF-E75D-0F0B-335884BC7894}"/>
              </a:ext>
            </a:extLst>
          </p:cNvPr>
          <p:cNvSpPr>
            <a:spLocks noGrp="1"/>
          </p:cNvSpPr>
          <p:nvPr>
            <p:ph type="title"/>
          </p:nvPr>
        </p:nvSpPr>
        <p:spPr>
          <a:xfrm>
            <a:off x="6587544" y="200311"/>
            <a:ext cx="4869179" cy="1517984"/>
          </a:xfrm>
        </p:spPr>
        <p:txBody>
          <a:bodyPr>
            <a:normAutofit/>
          </a:bodyPr>
          <a:lstStyle/>
          <a:p>
            <a:r>
              <a:rPr lang="en-US" sz="4800" dirty="0">
                <a:solidFill>
                  <a:schemeClr val="tx1"/>
                </a:solidFill>
              </a:rPr>
              <a:t> EXISTING SYSTEM </a:t>
            </a:r>
          </a:p>
        </p:txBody>
      </p:sp>
      <p:sp>
        <p:nvSpPr>
          <p:cNvPr id="35" name="Freeform: Shape 28">
            <a:extLst>
              <a:ext uri="{FF2B5EF4-FFF2-40B4-BE49-F238E27FC236}">
                <a16:creationId xmlns:a16="http://schemas.microsoft.com/office/drawing/2014/main" id="{7EC0D68F-F813-4414-800D-F8D4F0AB8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66" y="401980"/>
            <a:ext cx="6115733" cy="6456021"/>
          </a:xfrm>
          <a:custGeom>
            <a:avLst/>
            <a:gdLst>
              <a:gd name="connsiteX0" fmla="*/ 2259477 w 6115733"/>
              <a:gd name="connsiteY0" fmla="*/ 433395 h 6456021"/>
              <a:gd name="connsiteX1" fmla="*/ 5681904 w 6115733"/>
              <a:gd name="connsiteY1" fmla="*/ 3852396 h 6456021"/>
              <a:gd name="connsiteX2" fmla="*/ 4679499 w 6115733"/>
              <a:gd name="connsiteY2" fmla="*/ 6269995 h 6456021"/>
              <a:gd name="connsiteX3" fmla="*/ 4474613 w 6115733"/>
              <a:gd name="connsiteY3" fmla="*/ 6456021 h 6456021"/>
              <a:gd name="connsiteX4" fmla="*/ 44341 w 6115733"/>
              <a:gd name="connsiteY4" fmla="*/ 6456021 h 6456021"/>
              <a:gd name="connsiteX5" fmla="*/ 0 w 6115733"/>
              <a:gd name="connsiteY5" fmla="*/ 6415762 h 6456021"/>
              <a:gd name="connsiteX6" fmla="*/ 0 w 6115733"/>
              <a:gd name="connsiteY6" fmla="*/ 1289029 h 6456021"/>
              <a:gd name="connsiteX7" fmla="*/ 82495 w 6115733"/>
              <a:gd name="connsiteY7" fmla="*/ 1214128 h 6456021"/>
              <a:gd name="connsiteX8" fmla="*/ 2259477 w 6115733"/>
              <a:gd name="connsiteY8" fmla="*/ 433395 h 6456021"/>
              <a:gd name="connsiteX9" fmla="*/ 2259477 w 6115733"/>
              <a:gd name="connsiteY9" fmla="*/ 0 h 6456021"/>
              <a:gd name="connsiteX10" fmla="*/ 6115733 w 6115733"/>
              <a:gd name="connsiteY10" fmla="*/ 3852396 h 6456021"/>
              <a:gd name="connsiteX11" fmla="*/ 5235152 w 6115733"/>
              <a:gd name="connsiteY11" fmla="*/ 6302877 h 6456021"/>
              <a:gd name="connsiteX12" fmla="*/ 5095826 w 6115733"/>
              <a:gd name="connsiteY12" fmla="*/ 6456021 h 6456021"/>
              <a:gd name="connsiteX13" fmla="*/ 4617788 w 6115733"/>
              <a:gd name="connsiteY13" fmla="*/ 6456021 h 6456021"/>
              <a:gd name="connsiteX14" fmla="*/ 4747668 w 6115733"/>
              <a:gd name="connsiteY14" fmla="*/ 6338096 h 6456021"/>
              <a:gd name="connsiteX15" fmla="*/ 5778311 w 6115733"/>
              <a:gd name="connsiteY15" fmla="*/ 3852396 h 6456021"/>
              <a:gd name="connsiteX16" fmla="*/ 2259477 w 6115733"/>
              <a:gd name="connsiteY16" fmla="*/ 337085 h 6456021"/>
              <a:gd name="connsiteX17" fmla="*/ 21172 w 6115733"/>
              <a:gd name="connsiteY17" fmla="*/ 1139811 h 6456021"/>
              <a:gd name="connsiteX18" fmla="*/ 0 w 6115733"/>
              <a:gd name="connsiteY18" fmla="*/ 1159034 h 6456021"/>
              <a:gd name="connsiteX19" fmla="*/ 0 w 6115733"/>
              <a:gd name="connsiteY19" fmla="*/ 735177 h 6456021"/>
              <a:gd name="connsiteX20" fmla="*/ 103407 w 6115733"/>
              <a:gd name="connsiteY20" fmla="*/ 657929 h 6456021"/>
              <a:gd name="connsiteX21" fmla="*/ 2259477 w 6115733"/>
              <a:gd name="connsiteY21" fmla="*/ 0 h 645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115733" h="6456021">
                <a:moveTo>
                  <a:pt x="2259477" y="433395"/>
                </a:moveTo>
                <a:cubicBezTo>
                  <a:pt x="4149632" y="433395"/>
                  <a:pt x="5681904" y="1964133"/>
                  <a:pt x="5681904" y="3852396"/>
                </a:cubicBezTo>
                <a:cubicBezTo>
                  <a:pt x="5681904" y="4796527"/>
                  <a:pt x="5298836" y="5651278"/>
                  <a:pt x="4679499" y="6269995"/>
                </a:cubicBezTo>
                <a:lnTo>
                  <a:pt x="4474613" y="6456021"/>
                </a:lnTo>
                <a:lnTo>
                  <a:pt x="44341" y="6456021"/>
                </a:lnTo>
                <a:lnTo>
                  <a:pt x="0" y="6415762"/>
                </a:lnTo>
                <a:lnTo>
                  <a:pt x="0" y="1289029"/>
                </a:lnTo>
                <a:lnTo>
                  <a:pt x="82495" y="1214128"/>
                </a:lnTo>
                <a:cubicBezTo>
                  <a:pt x="674092" y="726388"/>
                  <a:pt x="1432534" y="433395"/>
                  <a:pt x="2259477" y="433395"/>
                </a:cubicBezTo>
                <a:close/>
                <a:moveTo>
                  <a:pt x="2259477" y="0"/>
                </a:moveTo>
                <a:cubicBezTo>
                  <a:pt x="4389229" y="0"/>
                  <a:pt x="6115733" y="1724776"/>
                  <a:pt x="6115733" y="3852396"/>
                </a:cubicBezTo>
                <a:cubicBezTo>
                  <a:pt x="6115733" y="4783230"/>
                  <a:pt x="5785270" y="5636956"/>
                  <a:pt x="5235152" y="6302877"/>
                </a:cubicBezTo>
                <a:lnTo>
                  <a:pt x="5095826" y="6456021"/>
                </a:lnTo>
                <a:lnTo>
                  <a:pt x="4617788" y="6456021"/>
                </a:lnTo>
                <a:lnTo>
                  <a:pt x="4747668" y="6338096"/>
                </a:lnTo>
                <a:cubicBezTo>
                  <a:pt x="5384452" y="5701950"/>
                  <a:pt x="5778311" y="4823122"/>
                  <a:pt x="5778311" y="3852396"/>
                </a:cubicBezTo>
                <a:cubicBezTo>
                  <a:pt x="5778311" y="1910944"/>
                  <a:pt x="4202875" y="337085"/>
                  <a:pt x="2259477" y="337085"/>
                </a:cubicBezTo>
                <a:cubicBezTo>
                  <a:pt x="1409240" y="337085"/>
                  <a:pt x="629434" y="638331"/>
                  <a:pt x="21172" y="1139811"/>
                </a:cubicBezTo>
                <a:lnTo>
                  <a:pt x="0" y="1159034"/>
                </a:lnTo>
                <a:lnTo>
                  <a:pt x="0" y="735177"/>
                </a:lnTo>
                <a:lnTo>
                  <a:pt x="103407" y="657929"/>
                </a:lnTo>
                <a:cubicBezTo>
                  <a:pt x="718869" y="242547"/>
                  <a:pt x="1460820" y="0"/>
                  <a:pt x="2259477" y="0"/>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8" name="Content Placeholder 7" descr="A close-up of a card&#10;&#10;Description automatically generated with low confidence">
            <a:extLst>
              <a:ext uri="{FF2B5EF4-FFF2-40B4-BE49-F238E27FC236}">
                <a16:creationId xmlns:a16="http://schemas.microsoft.com/office/drawing/2014/main" id="{679E4541-F174-31B9-5430-C4EEE5465E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4560" y="1979875"/>
            <a:ext cx="2723957" cy="4093379"/>
          </a:xfrm>
          <a:prstGeom prst="rect">
            <a:avLst/>
          </a:prstGeom>
        </p:spPr>
      </p:pic>
      <p:sp>
        <p:nvSpPr>
          <p:cNvPr id="13" name="Content Placeholder 12">
            <a:extLst>
              <a:ext uri="{FF2B5EF4-FFF2-40B4-BE49-F238E27FC236}">
                <a16:creationId xmlns:a16="http://schemas.microsoft.com/office/drawing/2014/main" id="{036C74DA-DE82-6F42-9F9C-8C44B6F222ED}"/>
              </a:ext>
            </a:extLst>
          </p:cNvPr>
          <p:cNvSpPr>
            <a:spLocks noGrp="1"/>
          </p:cNvSpPr>
          <p:nvPr>
            <p:ph idx="1"/>
          </p:nvPr>
        </p:nvSpPr>
        <p:spPr>
          <a:xfrm>
            <a:off x="6587545" y="2336800"/>
            <a:ext cx="4869180" cy="3736454"/>
          </a:xfrm>
        </p:spPr>
        <p:txBody>
          <a:bodyPr anchor="t">
            <a:normAutofit/>
          </a:bodyPr>
          <a:lstStyle/>
          <a:p>
            <a:r>
              <a:rPr lang="en-US" sz="1800" dirty="0"/>
              <a:t>One and only public transportation available in Maryville.</a:t>
            </a:r>
          </a:p>
          <a:p>
            <a:r>
              <a:rPr lang="en-US" sz="1800" dirty="0"/>
              <a:t>Provides shuttle services for students of NWMSU from selected spots to different retail stores.</a:t>
            </a:r>
          </a:p>
          <a:p>
            <a:pPr marL="0" indent="0">
              <a:buNone/>
            </a:pPr>
            <a:endParaRPr lang="en-US" sz="1800" dirty="0"/>
          </a:p>
          <a:p>
            <a:endParaRPr lang="en-US" sz="1600" dirty="0"/>
          </a:p>
          <a:p>
            <a:endParaRPr lang="en-US" sz="1800" dirty="0"/>
          </a:p>
        </p:txBody>
      </p:sp>
      <p:grpSp>
        <p:nvGrpSpPr>
          <p:cNvPr id="36" name="Group 30">
            <a:extLst>
              <a:ext uri="{FF2B5EF4-FFF2-40B4-BE49-F238E27FC236}">
                <a16:creationId xmlns:a16="http://schemas.microsoft.com/office/drawing/2014/main" id="{54CA915D-BDF0-41F8-B00E-FB186EFF7B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32" name="Oval 31">
              <a:extLst>
                <a:ext uri="{FF2B5EF4-FFF2-40B4-BE49-F238E27FC236}">
                  <a16:creationId xmlns:a16="http://schemas.microsoft.com/office/drawing/2014/main" id="{317AAC03-BF64-4E67-9032-3BD0249980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33" name="Oval 32">
              <a:extLst>
                <a:ext uri="{FF2B5EF4-FFF2-40B4-BE49-F238E27FC236}">
                  <a16:creationId xmlns:a16="http://schemas.microsoft.com/office/drawing/2014/main" id="{1A131397-5A45-4344-9983-5E400A3EA5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sp>
      </p:grpSp>
    </p:spTree>
    <p:extLst>
      <p:ext uri="{BB962C8B-B14F-4D97-AF65-F5344CB8AC3E}">
        <p14:creationId xmlns:p14="http://schemas.microsoft.com/office/powerpoint/2010/main" val="80924940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7049A7D3-684C-4C59-A4B6-7B308A6AD3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D7B1087B-C592-40E7-B532-60B453A2FE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14AE7447-E8F8-4A0F-9E3D-94842BFF88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Group 38">
            <a:extLst>
              <a:ext uri="{FF2B5EF4-FFF2-40B4-BE49-F238E27FC236}">
                <a16:creationId xmlns:a16="http://schemas.microsoft.com/office/drawing/2014/main" id="{85981F80-69EE-4E2B-82A8-47FDFD7720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40" name="Oval 39">
              <a:extLst>
                <a:ext uri="{FF2B5EF4-FFF2-40B4-BE49-F238E27FC236}">
                  <a16:creationId xmlns:a16="http://schemas.microsoft.com/office/drawing/2014/main" id="{46CE0473-0B07-47EE-A016-EBD87F2C8C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41" name="Oval 40">
              <a:extLst>
                <a:ext uri="{FF2B5EF4-FFF2-40B4-BE49-F238E27FC236}">
                  <a16:creationId xmlns:a16="http://schemas.microsoft.com/office/drawing/2014/main" id="{EDD0D1E4-DFCA-4DF0-9D37-571A5F529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useBgFill="1">
        <p:nvSpPr>
          <p:cNvPr id="43" name="Rectangle 42">
            <a:extLst>
              <a:ext uri="{FF2B5EF4-FFF2-40B4-BE49-F238E27FC236}">
                <a16:creationId xmlns:a16="http://schemas.microsoft.com/office/drawing/2014/main" id="{EDF3BDB2-0586-430E-811A-74BAFDEE6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5" name="Rectangle 44">
            <a:extLst>
              <a:ext uri="{FF2B5EF4-FFF2-40B4-BE49-F238E27FC236}">
                <a16:creationId xmlns:a16="http://schemas.microsoft.com/office/drawing/2014/main" id="{821E305B-0351-4E03-8C1B-F23D3A346E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5152" y="928117"/>
            <a:ext cx="6629400"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3C848660-F9C2-4F86-A218-6AE0FB4CCC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1336" y="1110053"/>
            <a:ext cx="6630506" cy="4580301"/>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7DEE32-134E-F06B-21A9-5B7A84638A78}"/>
              </a:ext>
            </a:extLst>
          </p:cNvPr>
          <p:cNvSpPr>
            <a:spLocks noGrp="1"/>
          </p:cNvSpPr>
          <p:nvPr>
            <p:ph type="title"/>
          </p:nvPr>
        </p:nvSpPr>
        <p:spPr>
          <a:xfrm>
            <a:off x="4641336" y="42609"/>
            <a:ext cx="4129454" cy="1179979"/>
          </a:xfrm>
        </p:spPr>
        <p:txBody>
          <a:bodyPr vert="horz" lIns="91440" tIns="45720" rIns="91440" bIns="45720" rtlCol="0" anchor="ctr">
            <a:normAutofit/>
          </a:bodyPr>
          <a:lstStyle/>
          <a:p>
            <a:pPr>
              <a:lnSpc>
                <a:spcPct val="80000"/>
              </a:lnSpc>
            </a:pPr>
            <a:r>
              <a:rPr lang="en-US" sz="4000" dirty="0">
                <a:blipFill dpi="0" rotWithShape="1">
                  <a:blip r:embed="rId4"/>
                  <a:srcRect/>
                  <a:tile tx="6350" ty="-127000" sx="65000" sy="64000" flip="none" algn="tl"/>
                </a:blipFill>
              </a:rPr>
              <a:t>PROBLEM STATEMENT </a:t>
            </a:r>
          </a:p>
        </p:txBody>
      </p:sp>
      <p:sp>
        <p:nvSpPr>
          <p:cNvPr id="49" name="Rectangle 48">
            <a:extLst>
              <a:ext uri="{FF2B5EF4-FFF2-40B4-BE49-F238E27FC236}">
                <a16:creationId xmlns:a16="http://schemas.microsoft.com/office/drawing/2014/main" id="{5CABD882-B7CE-4433-B509-99205DB70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5152" y="5780565"/>
            <a:ext cx="6629400"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 name="Group 50">
            <a:extLst>
              <a:ext uri="{FF2B5EF4-FFF2-40B4-BE49-F238E27FC236}">
                <a16:creationId xmlns:a16="http://schemas.microsoft.com/office/drawing/2014/main" id="{49F6A645-6137-4F43-8E88-D91CC337D5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6920" y="5257800"/>
            <a:ext cx="1080904" cy="1080902"/>
            <a:chOff x="9685338" y="4460675"/>
            <a:chExt cx="1080904" cy="1080902"/>
          </a:xfrm>
        </p:grpSpPr>
        <p:sp>
          <p:nvSpPr>
            <p:cNvPr id="52" name="Oval 51">
              <a:extLst>
                <a:ext uri="{FF2B5EF4-FFF2-40B4-BE49-F238E27FC236}">
                  <a16:creationId xmlns:a16="http://schemas.microsoft.com/office/drawing/2014/main" id="{3A2C783A-4EEE-481B-815A-A1BB14F44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53" name="Oval 52">
              <a:extLst>
                <a:ext uri="{FF2B5EF4-FFF2-40B4-BE49-F238E27FC236}">
                  <a16:creationId xmlns:a16="http://schemas.microsoft.com/office/drawing/2014/main" id="{A0186437-0053-4886-B612-804E4DC90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pic>
        <p:nvPicPr>
          <p:cNvPr id="30" name="Graphic 29" descr="Warning">
            <a:extLst>
              <a:ext uri="{FF2B5EF4-FFF2-40B4-BE49-F238E27FC236}">
                <a16:creationId xmlns:a16="http://schemas.microsoft.com/office/drawing/2014/main" id="{D02EF5AF-36F3-987B-1A72-72296523D2F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33916" y="1686320"/>
            <a:ext cx="3165698" cy="3416725"/>
          </a:xfrm>
          <a:prstGeom prst="rect">
            <a:avLst/>
          </a:prstGeom>
        </p:spPr>
      </p:pic>
      <p:sp>
        <p:nvSpPr>
          <p:cNvPr id="25" name="Content Placeholder 3">
            <a:extLst>
              <a:ext uri="{FF2B5EF4-FFF2-40B4-BE49-F238E27FC236}">
                <a16:creationId xmlns:a16="http://schemas.microsoft.com/office/drawing/2014/main" id="{001B0099-323E-5D2A-F3AE-6DFFAD6FD914}"/>
              </a:ext>
            </a:extLst>
          </p:cNvPr>
          <p:cNvSpPr>
            <a:spLocks noGrp="1"/>
          </p:cNvSpPr>
          <p:nvPr>
            <p:ph idx="1"/>
          </p:nvPr>
        </p:nvSpPr>
        <p:spPr>
          <a:xfrm>
            <a:off x="5107591" y="1274460"/>
            <a:ext cx="6036235" cy="4742561"/>
          </a:xfrm>
        </p:spPr>
        <p:txBody>
          <a:bodyPr/>
          <a:lstStyle/>
          <a:p>
            <a:r>
              <a:rPr lang="en-US" dirty="0"/>
              <a:t>Existing shuttle services are provided only on particular days and time.</a:t>
            </a:r>
          </a:p>
          <a:p>
            <a:endParaRPr lang="en-US" dirty="0"/>
          </a:p>
          <a:p>
            <a:r>
              <a:rPr lang="en-US" dirty="0"/>
              <a:t>There is a second person interaction for the availability of your ride.</a:t>
            </a:r>
          </a:p>
          <a:p>
            <a:endParaRPr lang="en-US" dirty="0"/>
          </a:p>
          <a:p>
            <a:r>
              <a:rPr lang="en-US" dirty="0"/>
              <a:t>Limited pick up  and drop locations.</a:t>
            </a:r>
          </a:p>
          <a:p>
            <a:endParaRPr lang="en-US" dirty="0"/>
          </a:p>
          <a:p>
            <a:r>
              <a:rPr lang="en-US" dirty="0"/>
              <a:t>Limited vehicles designated in SafeRide.</a:t>
            </a:r>
          </a:p>
          <a:p>
            <a:endParaRPr lang="en-US" dirty="0"/>
          </a:p>
        </p:txBody>
      </p:sp>
    </p:spTree>
    <p:extLst>
      <p:ext uri="{BB962C8B-B14F-4D97-AF65-F5344CB8AC3E}">
        <p14:creationId xmlns:p14="http://schemas.microsoft.com/office/powerpoint/2010/main" val="409437449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2">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24">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34" name="Rectangle 26">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Rectangle 28">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F4783630-A99F-5ECA-F46E-4EF26AFBB99E}"/>
              </a:ext>
            </a:extLst>
          </p:cNvPr>
          <p:cNvSpPr>
            <a:spLocks noGrp="1"/>
          </p:cNvSpPr>
          <p:nvPr>
            <p:ph type="title"/>
          </p:nvPr>
        </p:nvSpPr>
        <p:spPr>
          <a:xfrm>
            <a:off x="1069848" y="484632"/>
            <a:ext cx="10058400" cy="1609344"/>
          </a:xfrm>
        </p:spPr>
        <p:txBody>
          <a:bodyPr>
            <a:normAutofit/>
          </a:bodyPr>
          <a:lstStyle/>
          <a:p>
            <a:r>
              <a:rPr lang="en-US" dirty="0"/>
              <a:t> PROPOSED Solution </a:t>
            </a:r>
          </a:p>
        </p:txBody>
      </p:sp>
      <p:sp>
        <p:nvSpPr>
          <p:cNvPr id="3" name="Content Placeholder 2">
            <a:extLst>
              <a:ext uri="{FF2B5EF4-FFF2-40B4-BE49-F238E27FC236}">
                <a16:creationId xmlns:a16="http://schemas.microsoft.com/office/drawing/2014/main" id="{C52105CF-ED64-E667-6C93-1E6364EE6D66}"/>
              </a:ext>
            </a:extLst>
          </p:cNvPr>
          <p:cNvSpPr>
            <a:spLocks noGrp="1"/>
          </p:cNvSpPr>
          <p:nvPr>
            <p:ph idx="1"/>
          </p:nvPr>
        </p:nvSpPr>
        <p:spPr>
          <a:xfrm>
            <a:off x="1069848" y="2320412"/>
            <a:ext cx="10058400" cy="3851787"/>
          </a:xfrm>
        </p:spPr>
        <p:txBody>
          <a:bodyPr>
            <a:normAutofit/>
          </a:bodyPr>
          <a:lstStyle/>
          <a:p>
            <a:endParaRPr lang="en-US" dirty="0"/>
          </a:p>
          <a:p>
            <a:r>
              <a:rPr lang="en-US" dirty="0"/>
              <a:t>Giving commuters time-saving, reliable and convenient rides.</a:t>
            </a:r>
          </a:p>
          <a:p>
            <a:r>
              <a:rPr lang="en-US" dirty="0"/>
              <a:t>The drop-off point can be any legal parking spot across the perimeter, which is accessible to the public.</a:t>
            </a:r>
          </a:p>
          <a:p>
            <a:r>
              <a:rPr lang="en-US" dirty="0"/>
              <a:t>Easily accessible (Locate - Authenticate - Ride).</a:t>
            </a:r>
          </a:p>
          <a:p>
            <a:r>
              <a:rPr lang="en-US" dirty="0"/>
              <a:t>There is no second person interaction to accept your ride.</a:t>
            </a:r>
          </a:p>
          <a:p>
            <a:r>
              <a:rPr lang="en-US" dirty="0"/>
              <a:t>Increased pickup and drop-off locations.</a:t>
            </a:r>
          </a:p>
          <a:p>
            <a:pPr marL="0" indent="0">
              <a:buNone/>
            </a:pPr>
            <a:endParaRPr lang="en-US" dirty="0"/>
          </a:p>
        </p:txBody>
      </p:sp>
      <p:sp>
        <p:nvSpPr>
          <p:cNvPr id="31" name="Oval 30">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3" name="Oval 32">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69524884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6B66E70-9451-4286-A0C2-6CF108FE81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9">
            <a:extLst>
              <a:ext uri="{FF2B5EF4-FFF2-40B4-BE49-F238E27FC236}">
                <a16:creationId xmlns:a16="http://schemas.microsoft.com/office/drawing/2014/main" id="{2A4B0696-68E2-40ED-B597-4B87387544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38656" cy="6858000"/>
          </a:xfrm>
          <a:prstGeom prst="rect">
            <a:avLst/>
          </a:prstGeom>
          <a:solidFill>
            <a:schemeClr val="tx2"/>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9" name="Rectangle 11">
            <a:extLst>
              <a:ext uri="{FF2B5EF4-FFF2-40B4-BE49-F238E27FC236}">
                <a16:creationId xmlns:a16="http://schemas.microsoft.com/office/drawing/2014/main" id="{A19EF1B4-0F49-44D2-AE21-263819BFBC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38656" y="0"/>
            <a:ext cx="4653776" cy="6858000"/>
          </a:xfrm>
          <a:prstGeom prst="rect">
            <a:avLst/>
          </a:prstGeom>
          <a:blipFill dpi="0" rotWithShape="1">
            <a:blip r:embed="rId2">
              <a:alphaModFix amt="4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648382-0170-3AE3-2D9D-9C30A395C997}"/>
              </a:ext>
            </a:extLst>
          </p:cNvPr>
          <p:cNvSpPr>
            <a:spLocks noGrp="1"/>
          </p:cNvSpPr>
          <p:nvPr>
            <p:ph type="title"/>
          </p:nvPr>
        </p:nvSpPr>
        <p:spPr>
          <a:xfrm>
            <a:off x="1448383" y="3387"/>
            <a:ext cx="3824657" cy="1358053"/>
          </a:xfrm>
        </p:spPr>
        <p:txBody>
          <a:bodyPr>
            <a:normAutofit/>
          </a:bodyPr>
          <a:lstStyle/>
          <a:p>
            <a:r>
              <a:rPr lang="en-US" sz="4800">
                <a:solidFill>
                  <a:schemeClr val="tx1"/>
                </a:solidFill>
              </a:rPr>
              <a:t>BLOCK DIAGRAM</a:t>
            </a:r>
            <a:endParaRPr lang="en-US" sz="4800" dirty="0">
              <a:solidFill>
                <a:schemeClr val="tx1"/>
              </a:solidFill>
            </a:endParaRPr>
          </a:p>
        </p:txBody>
      </p:sp>
      <p:pic>
        <p:nvPicPr>
          <p:cNvPr id="41" name="Content Placeholder 40" descr="Icon&#10;&#10;Description automatically generated">
            <a:extLst>
              <a:ext uri="{FF2B5EF4-FFF2-40B4-BE49-F238E27FC236}">
                <a16:creationId xmlns:a16="http://schemas.microsoft.com/office/drawing/2014/main" id="{CD41A667-1B89-91BB-5865-D4B179B396BB}"/>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841531" y="2652237"/>
            <a:ext cx="1608817" cy="1205060"/>
          </a:xfrm>
        </p:spPr>
      </p:pic>
      <p:grpSp>
        <p:nvGrpSpPr>
          <p:cNvPr id="20" name="Group 13">
            <a:extLst>
              <a:ext uri="{FF2B5EF4-FFF2-40B4-BE49-F238E27FC236}">
                <a16:creationId xmlns:a16="http://schemas.microsoft.com/office/drawing/2014/main" id="{2B69B0BE-E00A-432A-98D1-A47B82C1636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401725" y="6229681"/>
            <a:chExt cx="457200" cy="457200"/>
          </a:xfrm>
        </p:grpSpPr>
        <p:sp>
          <p:nvSpPr>
            <p:cNvPr id="15" name="Oval 14">
              <a:extLst>
                <a:ext uri="{FF2B5EF4-FFF2-40B4-BE49-F238E27FC236}">
                  <a16:creationId xmlns:a16="http://schemas.microsoft.com/office/drawing/2014/main" id="{0AF8A5ED-19F8-4707-8EEC-7115E6B112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6" name="Oval 15">
              <a:extLst>
                <a:ext uri="{FF2B5EF4-FFF2-40B4-BE49-F238E27FC236}">
                  <a16:creationId xmlns:a16="http://schemas.microsoft.com/office/drawing/2014/main" id="{C5F50C1C-978D-45B5-B716-7DA91773CD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pic>
        <p:nvPicPr>
          <p:cNvPr id="47" name="Picture 46" descr="Icon&#10;&#10;Description automatically generated">
            <a:extLst>
              <a:ext uri="{FF2B5EF4-FFF2-40B4-BE49-F238E27FC236}">
                <a16:creationId xmlns:a16="http://schemas.microsoft.com/office/drawing/2014/main" id="{CF8EFA09-844D-34FF-74A5-E8FCDBB0AE7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35062" y="2638765"/>
            <a:ext cx="1231719" cy="1231719"/>
          </a:xfrm>
          <a:prstGeom prst="rect">
            <a:avLst/>
          </a:prstGeom>
        </p:spPr>
      </p:pic>
      <p:pic>
        <p:nvPicPr>
          <p:cNvPr id="49" name="Picture 48" descr="Timeline&#10;&#10;Description automatically generated">
            <a:extLst>
              <a:ext uri="{FF2B5EF4-FFF2-40B4-BE49-F238E27FC236}">
                <a16:creationId xmlns:a16="http://schemas.microsoft.com/office/drawing/2014/main" id="{D2FCB32F-69DC-7496-886D-08B6E50D13E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78713" y="2332404"/>
            <a:ext cx="1203960" cy="1844439"/>
          </a:xfrm>
          <a:prstGeom prst="rect">
            <a:avLst/>
          </a:prstGeom>
        </p:spPr>
      </p:pic>
      <p:pic>
        <p:nvPicPr>
          <p:cNvPr id="53" name="Picture 52" descr="Icon&#10;&#10;Description automatically generated">
            <a:extLst>
              <a:ext uri="{FF2B5EF4-FFF2-40B4-BE49-F238E27FC236}">
                <a16:creationId xmlns:a16="http://schemas.microsoft.com/office/drawing/2014/main" id="{9ABB4F41-F47D-2513-4290-4E22DBAEFB3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129230" y="2571136"/>
            <a:ext cx="1448365" cy="1366973"/>
          </a:xfrm>
          <a:prstGeom prst="rect">
            <a:avLst/>
          </a:prstGeom>
        </p:spPr>
      </p:pic>
      <p:sp>
        <p:nvSpPr>
          <p:cNvPr id="54" name="Arrow: Right 53">
            <a:extLst>
              <a:ext uri="{FF2B5EF4-FFF2-40B4-BE49-F238E27FC236}">
                <a16:creationId xmlns:a16="http://schemas.microsoft.com/office/drawing/2014/main" id="{AEFEA6A8-F040-8961-0063-C542FE599D4A}"/>
              </a:ext>
            </a:extLst>
          </p:cNvPr>
          <p:cNvSpPr/>
          <p:nvPr/>
        </p:nvSpPr>
        <p:spPr>
          <a:xfrm>
            <a:off x="3700224" y="3242332"/>
            <a:ext cx="563151" cy="3317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Arrow: Right 54">
            <a:extLst>
              <a:ext uri="{FF2B5EF4-FFF2-40B4-BE49-F238E27FC236}">
                <a16:creationId xmlns:a16="http://schemas.microsoft.com/office/drawing/2014/main" id="{F8130A11-F193-F720-52B1-71C2EC186F2E}"/>
              </a:ext>
            </a:extLst>
          </p:cNvPr>
          <p:cNvSpPr/>
          <p:nvPr/>
        </p:nvSpPr>
        <p:spPr>
          <a:xfrm flipV="1">
            <a:off x="6238468" y="3242331"/>
            <a:ext cx="756839" cy="3348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Arrow: Right 55">
            <a:extLst>
              <a:ext uri="{FF2B5EF4-FFF2-40B4-BE49-F238E27FC236}">
                <a16:creationId xmlns:a16="http://schemas.microsoft.com/office/drawing/2014/main" id="{DE91444F-D33C-3259-EA65-B284AB40CA55}"/>
              </a:ext>
            </a:extLst>
          </p:cNvPr>
          <p:cNvSpPr/>
          <p:nvPr/>
        </p:nvSpPr>
        <p:spPr>
          <a:xfrm>
            <a:off x="9079931" y="3242332"/>
            <a:ext cx="563151" cy="3317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2570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7049A7D3-684C-4C59-A4B6-7B308A6AD3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7B1087B-C592-40E7-B532-60B453A2FE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4AE7447-E8F8-4A0F-9E3D-94842BFF88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85981F80-69EE-4E2B-82A8-47FDFD7720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34" name="Oval 33">
              <a:extLst>
                <a:ext uri="{FF2B5EF4-FFF2-40B4-BE49-F238E27FC236}">
                  <a16:creationId xmlns:a16="http://schemas.microsoft.com/office/drawing/2014/main" id="{46CE0473-0B07-47EE-A016-EBD87F2C8C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5" name="Oval 34">
              <a:extLst>
                <a:ext uri="{FF2B5EF4-FFF2-40B4-BE49-F238E27FC236}">
                  <a16:creationId xmlns:a16="http://schemas.microsoft.com/office/drawing/2014/main" id="{EDD0D1E4-DFCA-4DF0-9D37-571A5F529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useBgFill="1">
        <p:nvSpPr>
          <p:cNvPr id="37" name="Rectangle 36">
            <a:extLst>
              <a:ext uri="{FF2B5EF4-FFF2-40B4-BE49-F238E27FC236}">
                <a16:creationId xmlns:a16="http://schemas.microsoft.com/office/drawing/2014/main" id="{EDF3BDB2-0586-430E-811A-74BAFDEE6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9" name="Rectangle 38">
            <a:extLst>
              <a:ext uri="{FF2B5EF4-FFF2-40B4-BE49-F238E27FC236}">
                <a16:creationId xmlns:a16="http://schemas.microsoft.com/office/drawing/2014/main" id="{821E305B-0351-4E03-8C1B-F23D3A346E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5152" y="928117"/>
            <a:ext cx="6629400"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3C848660-F9C2-4F86-A218-6AE0FB4CCC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1336" y="1110053"/>
            <a:ext cx="6630506" cy="4580301"/>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9B3F783-4B22-7E38-F749-25400C0B18B6}"/>
              </a:ext>
            </a:extLst>
          </p:cNvPr>
          <p:cNvSpPr txBox="1"/>
          <p:nvPr/>
        </p:nvSpPr>
        <p:spPr>
          <a:xfrm>
            <a:off x="4961376" y="1432223"/>
            <a:ext cx="6057144" cy="3357976"/>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en-US" sz="8000" cap="all">
                <a:blipFill dpi="0" rotWithShape="1">
                  <a:blip r:embed="rId4"/>
                  <a:srcRect/>
                  <a:tile tx="6350" ty="-127000" sx="65000" sy="64000" flip="none" algn="tl"/>
                </a:blipFill>
                <a:latin typeface="+mj-lt"/>
                <a:ea typeface="+mj-ea"/>
                <a:cs typeface="+mj-cs"/>
              </a:rPr>
              <a:t>Thank You</a:t>
            </a:r>
          </a:p>
        </p:txBody>
      </p:sp>
      <p:sp>
        <p:nvSpPr>
          <p:cNvPr id="43" name="Rectangle 42">
            <a:extLst>
              <a:ext uri="{FF2B5EF4-FFF2-40B4-BE49-F238E27FC236}">
                <a16:creationId xmlns:a16="http://schemas.microsoft.com/office/drawing/2014/main" id="{5CABD882-B7CE-4433-B509-99205DB70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5152" y="5780565"/>
            <a:ext cx="6629400"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roup 44">
            <a:extLst>
              <a:ext uri="{FF2B5EF4-FFF2-40B4-BE49-F238E27FC236}">
                <a16:creationId xmlns:a16="http://schemas.microsoft.com/office/drawing/2014/main" id="{49F6A645-6137-4F43-8E88-D91CC337D5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6920" y="5257800"/>
            <a:ext cx="1080904" cy="1080902"/>
            <a:chOff x="9685338" y="4460675"/>
            <a:chExt cx="1080904" cy="1080902"/>
          </a:xfrm>
        </p:grpSpPr>
        <p:sp>
          <p:nvSpPr>
            <p:cNvPr id="46" name="Oval 45">
              <a:extLst>
                <a:ext uri="{FF2B5EF4-FFF2-40B4-BE49-F238E27FC236}">
                  <a16:creationId xmlns:a16="http://schemas.microsoft.com/office/drawing/2014/main" id="{3A2C783A-4EEE-481B-815A-A1BB14F44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47" name="Oval 46">
              <a:extLst>
                <a:ext uri="{FF2B5EF4-FFF2-40B4-BE49-F238E27FC236}">
                  <a16:creationId xmlns:a16="http://schemas.microsoft.com/office/drawing/2014/main" id="{A0186437-0053-4886-B612-804E4DC90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pic>
        <p:nvPicPr>
          <p:cNvPr id="24" name="Graphic 23" descr="Smiling Face with No Fill">
            <a:extLst>
              <a:ext uri="{FF2B5EF4-FFF2-40B4-BE49-F238E27FC236}">
                <a16:creationId xmlns:a16="http://schemas.microsoft.com/office/drawing/2014/main" id="{1BF7B3F1-3C03-D46F-AD26-4DDC730ADDC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33915" y="1686320"/>
            <a:ext cx="3416725" cy="3416725"/>
          </a:xfrm>
          <a:prstGeom prst="rect">
            <a:avLst/>
          </a:prstGeom>
        </p:spPr>
      </p:pic>
    </p:spTree>
    <p:extLst>
      <p:ext uri="{BB962C8B-B14F-4D97-AF65-F5344CB8AC3E}">
        <p14:creationId xmlns:p14="http://schemas.microsoft.com/office/powerpoint/2010/main" val="6662973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24"/>
                                        </p:tgtEl>
                                        <p:attrNameLst>
                                          <p:attrName>style.visibility</p:attrName>
                                        </p:attrNameLst>
                                      </p:cBhvr>
                                      <p:to>
                                        <p:strVal val="visible"/>
                                      </p:to>
                                    </p:set>
                                    <p:animEffect transition="in" filter="fade">
                                      <p:cBhvr>
                                        <p:cTn id="7" dur="7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TM03090434[[fn=Wood Type]]</Template>
  <TotalTime>744</TotalTime>
  <Words>451</Words>
  <Application>Microsoft Office PowerPoint</Application>
  <PresentationFormat>Widescreen</PresentationFormat>
  <Paragraphs>44</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Calibri</vt:lpstr>
      <vt:lpstr>Rockwell</vt:lpstr>
      <vt:lpstr>Rockwell Condensed</vt:lpstr>
      <vt:lpstr>Rockwell Extra Bold</vt:lpstr>
      <vt:lpstr>Wingdings</vt:lpstr>
      <vt:lpstr>Wood Type</vt:lpstr>
      <vt:lpstr>        </vt:lpstr>
      <vt:lpstr> PROJECT MEMBERS  </vt:lpstr>
      <vt:lpstr> CYBER PHYSICAL SYSTEMS </vt:lpstr>
      <vt:lpstr> INTRODUCTION </vt:lpstr>
      <vt:lpstr> EXISTING SYSTEM </vt:lpstr>
      <vt:lpstr>PROBLEM STATEMENT </vt:lpstr>
      <vt:lpstr> PROPOSED Solution </vt:lpstr>
      <vt:lpstr>BLOCK DIAGRAM</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INTRO, PROBLEM STATEMENT, EXISTING SYSTEM, PROBLEMS, IT’S PROPOSED SYTSTEM WITH ANIMATED,ACCOMPLISHMENT USING BLOCK CHAIN DATABASE </dc:title>
  <dc:creator>Annadanam,Ravichandrika</dc:creator>
  <cp:lastModifiedBy>Myla,Niharica</cp:lastModifiedBy>
  <cp:revision>14</cp:revision>
  <dcterms:created xsi:type="dcterms:W3CDTF">2022-05-11T15:49:44Z</dcterms:created>
  <dcterms:modified xsi:type="dcterms:W3CDTF">2022-05-18T15:20:02Z</dcterms:modified>
</cp:coreProperties>
</file>