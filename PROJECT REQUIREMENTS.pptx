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la,Niharica" userId="9d028c33-ec21-4197-8a61-5e78e45af4ad" providerId="ADAL" clId="{6C2B4445-6E97-454A-B8BD-EC7CD9B7C043}"/>
    <pc:docChg chg="delSld modSld">
      <pc:chgData name="Myla,Niharica" userId="9d028c33-ec21-4197-8a61-5e78e45af4ad" providerId="ADAL" clId="{6C2B4445-6E97-454A-B8BD-EC7CD9B7C043}" dt="2022-05-16T16:18:22.728" v="4" actId="255"/>
      <pc:docMkLst>
        <pc:docMk/>
      </pc:docMkLst>
      <pc:sldChg chg="modSp mod">
        <pc:chgData name="Myla,Niharica" userId="9d028c33-ec21-4197-8a61-5e78e45af4ad" providerId="ADAL" clId="{6C2B4445-6E97-454A-B8BD-EC7CD9B7C043}" dt="2022-05-16T16:18:22.728" v="4" actId="255"/>
        <pc:sldMkLst>
          <pc:docMk/>
          <pc:sldMk cId="1501796114" sldId="256"/>
        </pc:sldMkLst>
        <pc:spChg chg="mod">
          <ac:chgData name="Myla,Niharica" userId="9d028c33-ec21-4197-8a61-5e78e45af4ad" providerId="ADAL" clId="{6C2B4445-6E97-454A-B8BD-EC7CD9B7C043}" dt="2022-05-16T16:18:22.728" v="4" actId="255"/>
          <ac:spMkLst>
            <pc:docMk/>
            <pc:sldMk cId="1501796114" sldId="256"/>
            <ac:spMk id="2" creationId="{C279F100-B2E4-12EE-144F-082B50735670}"/>
          </ac:spMkLst>
        </pc:spChg>
      </pc:sldChg>
      <pc:sldChg chg="modSp mod">
        <pc:chgData name="Myla,Niharica" userId="9d028c33-ec21-4197-8a61-5e78e45af4ad" providerId="ADAL" clId="{6C2B4445-6E97-454A-B8BD-EC7CD9B7C043}" dt="2022-05-16T16:17:26.571" v="0" actId="14100"/>
        <pc:sldMkLst>
          <pc:docMk/>
          <pc:sldMk cId="503858186" sldId="257"/>
        </pc:sldMkLst>
        <pc:picChg chg="mod">
          <ac:chgData name="Myla,Niharica" userId="9d028c33-ec21-4197-8a61-5e78e45af4ad" providerId="ADAL" clId="{6C2B4445-6E97-454A-B8BD-EC7CD9B7C043}" dt="2022-05-16T16:17:26.571" v="0" actId="14100"/>
          <ac:picMkLst>
            <pc:docMk/>
            <pc:sldMk cId="503858186" sldId="257"/>
            <ac:picMk id="5" creationId="{E22DC8E4-BD3D-C0FE-C827-EE62F295087A}"/>
          </ac:picMkLst>
        </pc:picChg>
      </pc:sldChg>
      <pc:sldChg chg="del">
        <pc:chgData name="Myla,Niharica" userId="9d028c33-ec21-4197-8a61-5e78e45af4ad" providerId="ADAL" clId="{6C2B4445-6E97-454A-B8BD-EC7CD9B7C043}" dt="2022-05-16T16:18:03.211" v="1" actId="47"/>
        <pc:sldMkLst>
          <pc:docMk/>
          <pc:sldMk cId="3294223076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Monday, May 16, 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4360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Monday, May 16,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77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Monday, May 16,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49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Monday, May 16,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71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Monday, May 16, 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319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Monday, May 16, 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1072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Monday, May 16, 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65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Monday, May 16,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055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Monday, May 16,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1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Monday, May 16,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43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Monday, May 16,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6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Monday, May 16, 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532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79F100-B2E4-12EE-144F-082B50735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760413"/>
            <a:ext cx="4364036" cy="2998299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PROJECT REQUIREMENTS	</a:t>
            </a:r>
            <a:br>
              <a:rPr lang="en-US" sz="4000" b="1" dirty="0"/>
            </a:br>
            <a:endParaRPr lang="en-US" sz="4000" b="1" dirty="0"/>
          </a:p>
        </p:txBody>
      </p:sp>
      <p:grpSp>
        <p:nvGrpSpPr>
          <p:cNvPr id="18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9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21" name="Picture 3" descr="A pile for swirled colored paper">
            <a:extLst>
              <a:ext uri="{FF2B5EF4-FFF2-40B4-BE49-F238E27FC236}">
                <a16:creationId xmlns:a16="http://schemas.microsoft.com/office/drawing/2014/main" id="{9F151B7B-6C79-CD07-A020-EAD2AF56AE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429" r="15345"/>
          <a:stretch/>
        </p:blipFill>
        <p:spPr>
          <a:xfrm>
            <a:off x="4743450" y="10"/>
            <a:ext cx="7448551" cy="6857990"/>
          </a:xfrm>
          <a:custGeom>
            <a:avLst/>
            <a:gdLst/>
            <a:ahLst/>
            <a:cxnLst/>
            <a:rect l="l" t="t" r="r" b="b"/>
            <a:pathLst>
              <a:path w="7448551" h="6858000">
                <a:moveTo>
                  <a:pt x="0" y="0"/>
                </a:moveTo>
                <a:lnTo>
                  <a:pt x="7448551" y="0"/>
                </a:lnTo>
                <a:lnTo>
                  <a:pt x="744855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9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E22DC8E4-BD3D-C0FE-C827-EE62F2950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75" y="1009650"/>
            <a:ext cx="1108710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58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46DE163-A25A-2472-9775-4F45A670C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450"/>
            <a:ext cx="12192000" cy="55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920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&#10;&#10;Description automatically generated with medium confidence">
            <a:extLst>
              <a:ext uri="{FF2B5EF4-FFF2-40B4-BE49-F238E27FC236}">
                <a16:creationId xmlns:a16="http://schemas.microsoft.com/office/drawing/2014/main" id="{92C3FD05-2844-F2DA-8AD2-A6B4A4243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625"/>
            <a:ext cx="12192000" cy="546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96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lendar&#10;&#10;Description automatically generated with low confidence">
            <a:extLst>
              <a:ext uri="{FF2B5EF4-FFF2-40B4-BE49-F238E27FC236}">
                <a16:creationId xmlns:a16="http://schemas.microsoft.com/office/drawing/2014/main" id="{421D352B-E31E-F10D-DCFE-6A371B6F6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550"/>
            <a:ext cx="12192000" cy="62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593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&#10;&#10;Description automatically generated">
            <a:extLst>
              <a:ext uri="{FF2B5EF4-FFF2-40B4-BE49-F238E27FC236}">
                <a16:creationId xmlns:a16="http://schemas.microsoft.com/office/drawing/2014/main" id="{253A11A3-2249-84A7-785C-D681CA5A2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525"/>
            <a:ext cx="12192000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030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DD12B9BF-B7B0-366C-B1E4-47B12BEA3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199"/>
            <a:ext cx="12192000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90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alendar&#10;&#10;Description automatically generated">
            <a:extLst>
              <a:ext uri="{FF2B5EF4-FFF2-40B4-BE49-F238E27FC236}">
                <a16:creationId xmlns:a16="http://schemas.microsoft.com/office/drawing/2014/main" id="{A5F2ED97-0A1D-ADBA-D935-516097CB5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6225"/>
            <a:ext cx="12192000" cy="64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043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lendar&#10;&#10;Description automatically generated">
            <a:extLst>
              <a:ext uri="{FF2B5EF4-FFF2-40B4-BE49-F238E27FC236}">
                <a16:creationId xmlns:a16="http://schemas.microsoft.com/office/drawing/2014/main" id="{D666529B-FC80-854A-9720-A36EEEA3F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0025"/>
            <a:ext cx="12192000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10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898AAAED-351D-712A-A547-1836A49B3F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2025"/>
            <a:ext cx="1219200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099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903396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AnalogousFromRegularSeed_2SEEDS">
      <a:dk1>
        <a:srgbClr val="000000"/>
      </a:dk1>
      <a:lt1>
        <a:srgbClr val="FFFFFF"/>
      </a:lt1>
      <a:dk2>
        <a:srgbClr val="382C20"/>
      </a:dk2>
      <a:lt2>
        <a:srgbClr val="E2E5E8"/>
      </a:lt2>
      <a:accent1>
        <a:srgbClr val="B1753B"/>
      </a:accent1>
      <a:accent2>
        <a:srgbClr val="C3564D"/>
      </a:accent2>
      <a:accent3>
        <a:srgbClr val="AFA545"/>
      </a:accent3>
      <a:accent4>
        <a:srgbClr val="3BB1AA"/>
      </a:accent4>
      <a:accent5>
        <a:srgbClr val="4D99C3"/>
      </a:accent5>
      <a:accent6>
        <a:srgbClr val="3B56B1"/>
      </a:accent6>
      <a:hlink>
        <a:srgbClr val="3F80BF"/>
      </a:hlink>
      <a:folHlink>
        <a:srgbClr val="7F7F7F"/>
      </a:folHlink>
    </a:clrScheme>
    <a:fontScheme name="Float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</Words>
  <Application>Microsoft Office PowerPoint</Application>
  <PresentationFormat>Widescreen</PresentationFormat>
  <Paragraphs>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Avenir Next LT Pro</vt:lpstr>
      <vt:lpstr>3DFloatVTI</vt:lpstr>
      <vt:lpstr>PROJECT REQUIREMENTS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REQUIREMENTS  </dc:title>
  <dc:creator>Myla,Niharica</dc:creator>
  <cp:lastModifiedBy>Myla,Niharica</cp:lastModifiedBy>
  <cp:revision>1</cp:revision>
  <dcterms:created xsi:type="dcterms:W3CDTF">2022-05-16T16:03:31Z</dcterms:created>
  <dcterms:modified xsi:type="dcterms:W3CDTF">2022-05-16T16:18:30Z</dcterms:modified>
</cp:coreProperties>
</file>